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941" r:id="rId3"/>
    <p:sldId id="981" r:id="rId4"/>
    <p:sldId id="999" r:id="rId5"/>
    <p:sldId id="998" r:id="rId6"/>
    <p:sldId id="990" r:id="rId7"/>
    <p:sldId id="1019" r:id="rId8"/>
    <p:sldId id="1020" r:id="rId9"/>
    <p:sldId id="995" r:id="rId10"/>
    <p:sldId id="997" r:id="rId11"/>
    <p:sldId id="1000" r:id="rId12"/>
    <p:sldId id="1001" r:id="rId13"/>
    <p:sldId id="1002" r:id="rId14"/>
    <p:sldId id="1003" r:id="rId15"/>
    <p:sldId id="1004" r:id="rId16"/>
    <p:sldId id="1005" r:id="rId17"/>
    <p:sldId id="1006" r:id="rId18"/>
    <p:sldId id="1007" r:id="rId19"/>
    <p:sldId id="1008" r:id="rId20"/>
    <p:sldId id="1010" r:id="rId21"/>
    <p:sldId id="1009" r:id="rId22"/>
    <p:sldId id="1011" r:id="rId23"/>
    <p:sldId id="1013" r:id="rId24"/>
    <p:sldId id="1012" r:id="rId25"/>
    <p:sldId id="1014" r:id="rId26"/>
    <p:sldId id="1015" r:id="rId27"/>
    <p:sldId id="1016" r:id="rId28"/>
    <p:sldId id="1017" r:id="rId29"/>
    <p:sldId id="1018" r:id="rId30"/>
    <p:sldId id="1021" r:id="rId31"/>
    <p:sldId id="1022" r:id="rId32"/>
    <p:sldId id="971" r:id="rId33"/>
    <p:sldId id="1023" r:id="rId34"/>
    <p:sldId id="1027" r:id="rId35"/>
    <p:sldId id="1024" r:id="rId36"/>
    <p:sldId id="1025" r:id="rId37"/>
    <p:sldId id="1026" r:id="rId38"/>
  </p:sldIdLst>
  <p:sldSz cx="37799963" cy="1800066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BF950F"/>
    <a:srgbClr val="FF0000"/>
    <a:srgbClr val="1010FF"/>
    <a:srgbClr val="2E75B6"/>
    <a:srgbClr val="4472C4"/>
    <a:srgbClr val="B2FFFF"/>
    <a:srgbClr val="FFAB7C"/>
    <a:srgbClr val="FD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5482" autoAdjust="0"/>
  </p:normalViewPr>
  <p:slideViewPr>
    <p:cSldViewPr snapToGrid="0">
      <p:cViewPr varScale="1">
        <p:scale>
          <a:sx n="40" d="100"/>
          <a:sy n="40" d="100"/>
        </p:scale>
        <p:origin x="25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996" y="2945943"/>
            <a:ext cx="28349972" cy="6266897"/>
          </a:xfrm>
        </p:spPr>
        <p:txBody>
          <a:bodyPr anchor="b"/>
          <a:lstStyle>
            <a:lvl1pPr algn="ctr">
              <a:defRPr sz="157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996" y="9454516"/>
            <a:ext cx="28349972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059" indent="0" algn="ctr">
              <a:buNone/>
              <a:defRPr sz="5250"/>
            </a:lvl2pPr>
            <a:lvl3pPr marL="2400117" indent="0" algn="ctr">
              <a:buNone/>
              <a:defRPr sz="4725"/>
            </a:lvl3pPr>
            <a:lvl4pPr marL="3600176" indent="0" algn="ctr">
              <a:buNone/>
              <a:defRPr sz="4200"/>
            </a:lvl4pPr>
            <a:lvl5pPr marL="4800234" indent="0" algn="ctr">
              <a:buNone/>
              <a:defRPr sz="4200"/>
            </a:lvl5pPr>
            <a:lvl6pPr marL="6000293" indent="0" algn="ctr">
              <a:buNone/>
              <a:defRPr sz="4200"/>
            </a:lvl6pPr>
            <a:lvl7pPr marL="7200351" indent="0" algn="ctr">
              <a:buNone/>
              <a:defRPr sz="4200"/>
            </a:lvl7pPr>
            <a:lvl8pPr marL="8400410" indent="0" algn="ctr">
              <a:buNone/>
              <a:defRPr sz="4200"/>
            </a:lvl8pPr>
            <a:lvl9pPr marL="9600468" indent="0" algn="ctr">
              <a:buNone/>
              <a:defRPr sz="4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21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90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060" y="4487668"/>
            <a:ext cx="32602468" cy="7487774"/>
          </a:xfrm>
        </p:spPr>
        <p:txBody>
          <a:bodyPr anchor="b"/>
          <a:lstStyle>
            <a:lvl1pPr>
              <a:defRPr sz="157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9060" y="12046280"/>
            <a:ext cx="32602468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059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117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176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800234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293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351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41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468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6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748" y="4791843"/>
            <a:ext cx="16064984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36231" y="4791843"/>
            <a:ext cx="16064984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4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1" y="958370"/>
            <a:ext cx="32602468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672" y="4412664"/>
            <a:ext cx="15991155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672" y="6575242"/>
            <a:ext cx="15991155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136231" y="4412664"/>
            <a:ext cx="16069908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136231" y="6575242"/>
            <a:ext cx="16069908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42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56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28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2" y="1200044"/>
            <a:ext cx="12191471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9908" y="2591763"/>
            <a:ext cx="19136231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672" y="5400199"/>
            <a:ext cx="12191471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8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2" y="1200044"/>
            <a:ext cx="12191471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069908" y="2591763"/>
            <a:ext cx="19136231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59" indent="0">
              <a:buNone/>
              <a:defRPr sz="7349"/>
            </a:lvl2pPr>
            <a:lvl3pPr marL="2400117" indent="0">
              <a:buNone/>
              <a:defRPr sz="6300"/>
            </a:lvl3pPr>
            <a:lvl4pPr marL="3600176" indent="0">
              <a:buNone/>
              <a:defRPr sz="5250"/>
            </a:lvl4pPr>
            <a:lvl5pPr marL="4800234" indent="0">
              <a:buNone/>
              <a:defRPr sz="5250"/>
            </a:lvl5pPr>
            <a:lvl6pPr marL="6000293" indent="0">
              <a:buNone/>
              <a:defRPr sz="5250"/>
            </a:lvl6pPr>
            <a:lvl7pPr marL="7200351" indent="0">
              <a:buNone/>
              <a:defRPr sz="5250"/>
            </a:lvl7pPr>
            <a:lvl8pPr marL="8400410" indent="0">
              <a:buNone/>
              <a:defRPr sz="5250"/>
            </a:lvl8pPr>
            <a:lvl9pPr marL="9600468" indent="0">
              <a:buNone/>
              <a:defRPr sz="5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672" y="5400199"/>
            <a:ext cx="12191471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75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49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050599" y="958369"/>
            <a:ext cx="8150617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8747" y="958369"/>
            <a:ext cx="23979352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52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748" y="958370"/>
            <a:ext cx="32602468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748" y="4791843"/>
            <a:ext cx="32602468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8747" y="16683949"/>
            <a:ext cx="850499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21C38-F09B-4164-903C-865F85014D4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1238" y="16683949"/>
            <a:ext cx="1275748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696224" y="16683949"/>
            <a:ext cx="850499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0DB30-434D-444F-8378-C86CA2556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54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9.jpeg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image" Target="../media/image9.jpe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8.png"/><Relationship Id="rId1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8.png"/><Relationship Id="rId1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8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1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8.png"/><Relationship Id="rId21" Type="http://schemas.openxmlformats.org/officeDocument/2006/relationships/image" Target="../media/image93.png"/><Relationship Id="rId34" Type="http://schemas.openxmlformats.org/officeDocument/2006/relationships/image" Target="../media/image102.png"/><Relationship Id="rId42" Type="http://schemas.openxmlformats.org/officeDocument/2006/relationships/image" Target="../media/image110.png"/><Relationship Id="rId47" Type="http://schemas.openxmlformats.org/officeDocument/2006/relationships/image" Target="../media/image115.png"/><Relationship Id="rId50" Type="http://schemas.openxmlformats.org/officeDocument/2006/relationships/image" Target="../media/image118.png"/><Relationship Id="rId55" Type="http://schemas.openxmlformats.org/officeDocument/2006/relationships/image" Target="../media/image1210.png"/><Relationship Id="rId63" Type="http://schemas.openxmlformats.org/officeDocument/2006/relationships/image" Target="../media/image129.png"/><Relationship Id="rId7" Type="http://schemas.openxmlformats.org/officeDocument/2006/relationships/image" Target="../media/image80.png"/><Relationship Id="rId2" Type="http://schemas.openxmlformats.org/officeDocument/2006/relationships/image" Target="../media/image10.emf"/><Relationship Id="rId16" Type="http://schemas.openxmlformats.org/officeDocument/2006/relationships/image" Target="../media/image880.png"/><Relationship Id="rId29" Type="http://schemas.openxmlformats.org/officeDocument/2006/relationships/image" Target="../media/image120.png"/><Relationship Id="rId11" Type="http://schemas.openxmlformats.org/officeDocument/2006/relationships/image" Target="../media/image84.png"/><Relationship Id="rId24" Type="http://schemas.openxmlformats.org/officeDocument/2006/relationships/image" Target="../media/image96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jpeg"/><Relationship Id="rId45" Type="http://schemas.openxmlformats.org/officeDocument/2006/relationships/image" Target="../media/image113.png"/><Relationship Id="rId53" Type="http://schemas.openxmlformats.org/officeDocument/2006/relationships/image" Target="../media/image1190.png"/><Relationship Id="rId58" Type="http://schemas.openxmlformats.org/officeDocument/2006/relationships/image" Target="../media/image124.png"/><Relationship Id="rId5" Type="http://schemas.openxmlformats.org/officeDocument/2006/relationships/image" Target="../media/image78.png"/><Relationship Id="rId61" Type="http://schemas.openxmlformats.org/officeDocument/2006/relationships/image" Target="../media/image127.png"/><Relationship Id="rId19" Type="http://schemas.openxmlformats.org/officeDocument/2006/relationships/image" Target="../media/image91.png"/><Relationship Id="rId14" Type="http://schemas.openxmlformats.org/officeDocument/2006/relationships/image" Target="../media/image87.png"/><Relationship Id="rId22" Type="http://schemas.openxmlformats.org/officeDocument/2006/relationships/image" Target="../media/image94.png"/><Relationship Id="rId27" Type="http://schemas.openxmlformats.org/officeDocument/2006/relationships/image" Target="../media/image1.png"/><Relationship Id="rId30" Type="http://schemas.openxmlformats.org/officeDocument/2006/relationships/image" Target="../media/image132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Relationship Id="rId48" Type="http://schemas.openxmlformats.org/officeDocument/2006/relationships/image" Target="../media/image116.png"/><Relationship Id="rId56" Type="http://schemas.openxmlformats.org/officeDocument/2006/relationships/image" Target="../media/image1220.png"/><Relationship Id="rId64" Type="http://schemas.openxmlformats.org/officeDocument/2006/relationships/image" Target="../media/image130.png"/><Relationship Id="rId8" Type="http://schemas.openxmlformats.org/officeDocument/2006/relationships/image" Target="../media/image81.png"/><Relationship Id="rId51" Type="http://schemas.openxmlformats.org/officeDocument/2006/relationships/image" Target="../media/image119.png"/><Relationship Id="rId3" Type="http://schemas.openxmlformats.org/officeDocument/2006/relationships/image" Target="../media/image15.jpeg"/><Relationship Id="rId12" Type="http://schemas.openxmlformats.org/officeDocument/2006/relationships/image" Target="../media/image85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46" Type="http://schemas.openxmlformats.org/officeDocument/2006/relationships/image" Target="../media/image114.png"/><Relationship Id="rId59" Type="http://schemas.openxmlformats.org/officeDocument/2006/relationships/image" Target="../media/image125.png"/><Relationship Id="rId20" Type="http://schemas.openxmlformats.org/officeDocument/2006/relationships/image" Target="../media/image92.png"/><Relationship Id="rId41" Type="http://schemas.openxmlformats.org/officeDocument/2006/relationships/image" Target="../media/image109.png"/><Relationship Id="rId54" Type="http://schemas.openxmlformats.org/officeDocument/2006/relationships/image" Target="../media/image1200.png"/><Relationship Id="rId6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5" Type="http://schemas.openxmlformats.org/officeDocument/2006/relationships/image" Target="../media/image88.png"/><Relationship Id="rId23" Type="http://schemas.openxmlformats.org/officeDocument/2006/relationships/image" Target="../media/image95.png"/><Relationship Id="rId28" Type="http://schemas.openxmlformats.org/officeDocument/2006/relationships/image" Target="../media/image119.png"/><Relationship Id="rId36" Type="http://schemas.openxmlformats.org/officeDocument/2006/relationships/image" Target="../media/image104.png"/><Relationship Id="rId49" Type="http://schemas.openxmlformats.org/officeDocument/2006/relationships/image" Target="../media/image117.png"/><Relationship Id="rId57" Type="http://schemas.openxmlformats.org/officeDocument/2006/relationships/image" Target="../media/image123.png"/><Relationship Id="rId10" Type="http://schemas.openxmlformats.org/officeDocument/2006/relationships/image" Target="../media/image83.png"/><Relationship Id="rId31" Type="http://schemas.openxmlformats.org/officeDocument/2006/relationships/image" Target="../media/image99.png"/><Relationship Id="rId44" Type="http://schemas.openxmlformats.org/officeDocument/2006/relationships/image" Target="../media/image112.png"/><Relationship Id="rId52" Type="http://schemas.openxmlformats.org/officeDocument/2006/relationships/image" Target="../media/image120.png"/><Relationship Id="rId60" Type="http://schemas.openxmlformats.org/officeDocument/2006/relationships/image" Target="../media/image126.png"/><Relationship Id="rId65" Type="http://schemas.openxmlformats.org/officeDocument/2006/relationships/image" Target="../media/image131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3" Type="http://schemas.openxmlformats.org/officeDocument/2006/relationships/image" Target="../media/image86.png"/><Relationship Id="rId18" Type="http://schemas.openxmlformats.org/officeDocument/2006/relationships/image" Target="../media/image90.png"/><Relationship Id="rId39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8.png"/><Relationship Id="rId21" Type="http://schemas.openxmlformats.org/officeDocument/2006/relationships/image" Target="../media/image93.png"/><Relationship Id="rId34" Type="http://schemas.openxmlformats.org/officeDocument/2006/relationships/image" Target="../media/image102.png"/><Relationship Id="rId42" Type="http://schemas.openxmlformats.org/officeDocument/2006/relationships/image" Target="../media/image110.png"/><Relationship Id="rId47" Type="http://schemas.openxmlformats.org/officeDocument/2006/relationships/image" Target="../media/image115.png"/><Relationship Id="rId50" Type="http://schemas.openxmlformats.org/officeDocument/2006/relationships/image" Target="../media/image118.png"/><Relationship Id="rId55" Type="http://schemas.openxmlformats.org/officeDocument/2006/relationships/image" Target="../media/image1210.png"/><Relationship Id="rId63" Type="http://schemas.openxmlformats.org/officeDocument/2006/relationships/image" Target="../media/image129.png"/><Relationship Id="rId7" Type="http://schemas.openxmlformats.org/officeDocument/2006/relationships/image" Target="../media/image80.png"/><Relationship Id="rId2" Type="http://schemas.openxmlformats.org/officeDocument/2006/relationships/image" Target="../media/image10.emf"/><Relationship Id="rId16" Type="http://schemas.openxmlformats.org/officeDocument/2006/relationships/image" Target="../media/image880.png"/><Relationship Id="rId29" Type="http://schemas.openxmlformats.org/officeDocument/2006/relationships/image" Target="../media/image120.png"/><Relationship Id="rId11" Type="http://schemas.openxmlformats.org/officeDocument/2006/relationships/image" Target="../media/image84.png"/><Relationship Id="rId24" Type="http://schemas.openxmlformats.org/officeDocument/2006/relationships/image" Target="../media/image96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jpeg"/><Relationship Id="rId45" Type="http://schemas.openxmlformats.org/officeDocument/2006/relationships/image" Target="../media/image113.png"/><Relationship Id="rId53" Type="http://schemas.openxmlformats.org/officeDocument/2006/relationships/image" Target="../media/image1190.png"/><Relationship Id="rId58" Type="http://schemas.openxmlformats.org/officeDocument/2006/relationships/image" Target="../media/image124.png"/><Relationship Id="rId5" Type="http://schemas.openxmlformats.org/officeDocument/2006/relationships/image" Target="../media/image78.png"/><Relationship Id="rId61" Type="http://schemas.openxmlformats.org/officeDocument/2006/relationships/image" Target="../media/image127.png"/><Relationship Id="rId19" Type="http://schemas.openxmlformats.org/officeDocument/2006/relationships/image" Target="../media/image91.png"/><Relationship Id="rId14" Type="http://schemas.openxmlformats.org/officeDocument/2006/relationships/image" Target="../media/image87.png"/><Relationship Id="rId22" Type="http://schemas.openxmlformats.org/officeDocument/2006/relationships/image" Target="../media/image94.png"/><Relationship Id="rId27" Type="http://schemas.openxmlformats.org/officeDocument/2006/relationships/image" Target="../media/image1.png"/><Relationship Id="rId30" Type="http://schemas.openxmlformats.org/officeDocument/2006/relationships/image" Target="../media/image132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Relationship Id="rId48" Type="http://schemas.openxmlformats.org/officeDocument/2006/relationships/image" Target="../media/image116.png"/><Relationship Id="rId56" Type="http://schemas.openxmlformats.org/officeDocument/2006/relationships/image" Target="../media/image1220.png"/><Relationship Id="rId64" Type="http://schemas.openxmlformats.org/officeDocument/2006/relationships/image" Target="../media/image130.png"/><Relationship Id="rId8" Type="http://schemas.openxmlformats.org/officeDocument/2006/relationships/image" Target="../media/image81.png"/><Relationship Id="rId51" Type="http://schemas.openxmlformats.org/officeDocument/2006/relationships/image" Target="../media/image120.png"/><Relationship Id="rId3" Type="http://schemas.openxmlformats.org/officeDocument/2006/relationships/image" Target="../media/image15.jpeg"/><Relationship Id="rId12" Type="http://schemas.openxmlformats.org/officeDocument/2006/relationships/image" Target="../media/image85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46" Type="http://schemas.openxmlformats.org/officeDocument/2006/relationships/image" Target="../media/image114.png"/><Relationship Id="rId59" Type="http://schemas.openxmlformats.org/officeDocument/2006/relationships/image" Target="../media/image125.png"/><Relationship Id="rId20" Type="http://schemas.openxmlformats.org/officeDocument/2006/relationships/image" Target="../media/image92.png"/><Relationship Id="rId41" Type="http://schemas.openxmlformats.org/officeDocument/2006/relationships/image" Target="../media/image109.png"/><Relationship Id="rId54" Type="http://schemas.openxmlformats.org/officeDocument/2006/relationships/image" Target="../media/image1200.png"/><Relationship Id="rId6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5" Type="http://schemas.openxmlformats.org/officeDocument/2006/relationships/image" Target="../media/image88.png"/><Relationship Id="rId23" Type="http://schemas.openxmlformats.org/officeDocument/2006/relationships/image" Target="../media/image95.png"/><Relationship Id="rId28" Type="http://schemas.openxmlformats.org/officeDocument/2006/relationships/image" Target="../media/image119.png"/><Relationship Id="rId36" Type="http://schemas.openxmlformats.org/officeDocument/2006/relationships/image" Target="../media/image104.png"/><Relationship Id="rId49" Type="http://schemas.openxmlformats.org/officeDocument/2006/relationships/image" Target="../media/image117.png"/><Relationship Id="rId57" Type="http://schemas.openxmlformats.org/officeDocument/2006/relationships/image" Target="../media/image123.png"/><Relationship Id="rId10" Type="http://schemas.openxmlformats.org/officeDocument/2006/relationships/image" Target="../media/image83.png"/><Relationship Id="rId31" Type="http://schemas.openxmlformats.org/officeDocument/2006/relationships/image" Target="../media/image99.png"/><Relationship Id="rId44" Type="http://schemas.openxmlformats.org/officeDocument/2006/relationships/image" Target="../media/image112.png"/><Relationship Id="rId52" Type="http://schemas.openxmlformats.org/officeDocument/2006/relationships/image" Target="../media/image132.png"/><Relationship Id="rId60" Type="http://schemas.openxmlformats.org/officeDocument/2006/relationships/image" Target="../media/image126.png"/><Relationship Id="rId65" Type="http://schemas.openxmlformats.org/officeDocument/2006/relationships/image" Target="../media/image131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3" Type="http://schemas.openxmlformats.org/officeDocument/2006/relationships/image" Target="../media/image86.png"/><Relationship Id="rId18" Type="http://schemas.openxmlformats.org/officeDocument/2006/relationships/image" Target="../media/image90.png"/><Relationship Id="rId39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0.png"/><Relationship Id="rId26" Type="http://schemas.openxmlformats.org/officeDocument/2006/relationships/image" Target="../media/image96.png"/><Relationship Id="rId39" Type="http://schemas.openxmlformats.org/officeDocument/2006/relationships/image" Target="../media/image105.png"/><Relationship Id="rId21" Type="http://schemas.openxmlformats.org/officeDocument/2006/relationships/image" Target="../media/image143.png"/><Relationship Id="rId34" Type="http://schemas.openxmlformats.org/officeDocument/2006/relationships/image" Target="../media/image152.png"/><Relationship Id="rId42" Type="http://schemas.openxmlformats.org/officeDocument/2006/relationships/image" Target="../media/image1070.png"/><Relationship Id="rId47" Type="http://schemas.openxmlformats.org/officeDocument/2006/relationships/image" Target="../media/image156.png"/><Relationship Id="rId7" Type="http://schemas.openxmlformats.org/officeDocument/2006/relationships/image" Target="../media/image79.png"/><Relationship Id="rId2" Type="http://schemas.openxmlformats.org/officeDocument/2006/relationships/image" Target="../media/image134.png"/><Relationship Id="rId16" Type="http://schemas.openxmlformats.org/officeDocument/2006/relationships/image" Target="../media/image139.png"/><Relationship Id="rId29" Type="http://schemas.openxmlformats.org/officeDocument/2006/relationships/image" Target="../media/image1.png"/><Relationship Id="rId11" Type="http://schemas.openxmlformats.org/officeDocument/2006/relationships/image" Target="../media/image1350.png"/><Relationship Id="rId24" Type="http://schemas.openxmlformats.org/officeDocument/2006/relationships/image" Target="../media/image146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40" Type="http://schemas.openxmlformats.org/officeDocument/2006/relationships/image" Target="../media/image106.png"/><Relationship Id="rId45" Type="http://schemas.openxmlformats.org/officeDocument/2006/relationships/image" Target="../media/image159.png"/><Relationship Id="rId5" Type="http://schemas.openxmlformats.org/officeDocument/2006/relationships/image" Target="../media/image77.png"/><Relationship Id="rId15" Type="http://schemas.openxmlformats.org/officeDocument/2006/relationships/image" Target="../media/image138.png"/><Relationship Id="rId23" Type="http://schemas.openxmlformats.org/officeDocument/2006/relationships/image" Target="../media/image145.png"/><Relationship Id="rId28" Type="http://schemas.openxmlformats.org/officeDocument/2006/relationships/image" Target="../media/image98.png"/><Relationship Id="rId36" Type="http://schemas.openxmlformats.org/officeDocument/2006/relationships/image" Target="../media/image154.png"/><Relationship Id="rId49" Type="http://schemas.openxmlformats.org/officeDocument/2006/relationships/image" Target="../media/image161.png"/><Relationship Id="rId10" Type="http://schemas.openxmlformats.org/officeDocument/2006/relationships/image" Target="../media/image1340.png"/><Relationship Id="rId19" Type="http://schemas.openxmlformats.org/officeDocument/2006/relationships/image" Target="../media/image141.png"/><Relationship Id="rId31" Type="http://schemas.openxmlformats.org/officeDocument/2006/relationships/image" Target="../media/image149.png"/><Relationship Id="rId44" Type="http://schemas.openxmlformats.org/officeDocument/2006/relationships/image" Target="../media/image158.png"/><Relationship Id="rId4" Type="http://schemas.openxmlformats.org/officeDocument/2006/relationships/image" Target="../media/image136.png"/><Relationship Id="rId9" Type="http://schemas.openxmlformats.org/officeDocument/2006/relationships/image" Target="../media/image1330.png"/><Relationship Id="rId14" Type="http://schemas.openxmlformats.org/officeDocument/2006/relationships/image" Target="../media/image108.jpeg"/><Relationship Id="rId22" Type="http://schemas.openxmlformats.org/officeDocument/2006/relationships/image" Target="../media/image144.png"/><Relationship Id="rId27" Type="http://schemas.openxmlformats.org/officeDocument/2006/relationships/image" Target="../media/image97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43" Type="http://schemas.openxmlformats.org/officeDocument/2006/relationships/image" Target="../media/image157.png"/><Relationship Id="rId48" Type="http://schemas.openxmlformats.org/officeDocument/2006/relationships/image" Target="../media/image160.png"/><Relationship Id="rId8" Type="http://schemas.openxmlformats.org/officeDocument/2006/relationships/image" Target="../media/image1320.png"/><Relationship Id="rId3" Type="http://schemas.openxmlformats.org/officeDocument/2006/relationships/image" Target="../media/image135.png"/><Relationship Id="rId12" Type="http://schemas.openxmlformats.org/officeDocument/2006/relationships/image" Target="../media/image1360.png"/><Relationship Id="rId17" Type="http://schemas.openxmlformats.org/officeDocument/2006/relationships/image" Target="../media/image15.jpeg"/><Relationship Id="rId25" Type="http://schemas.openxmlformats.org/officeDocument/2006/relationships/image" Target="../media/image147.png"/><Relationship Id="rId33" Type="http://schemas.openxmlformats.org/officeDocument/2006/relationships/image" Target="../media/image151.png"/><Relationship Id="rId38" Type="http://schemas.openxmlformats.org/officeDocument/2006/relationships/image" Target="../media/image104.png"/><Relationship Id="rId46" Type="http://schemas.openxmlformats.org/officeDocument/2006/relationships/image" Target="../media/image108.png"/><Relationship Id="rId20" Type="http://schemas.openxmlformats.org/officeDocument/2006/relationships/image" Target="../media/image142.png"/><Relationship Id="rId41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0.png"/><Relationship Id="rId26" Type="http://schemas.openxmlformats.org/officeDocument/2006/relationships/image" Target="../media/image96.png"/><Relationship Id="rId39" Type="http://schemas.openxmlformats.org/officeDocument/2006/relationships/image" Target="../media/image105.png"/><Relationship Id="rId21" Type="http://schemas.openxmlformats.org/officeDocument/2006/relationships/image" Target="../media/image143.png"/><Relationship Id="rId34" Type="http://schemas.openxmlformats.org/officeDocument/2006/relationships/image" Target="../media/image152.png"/><Relationship Id="rId42" Type="http://schemas.openxmlformats.org/officeDocument/2006/relationships/image" Target="../media/image1070.png"/><Relationship Id="rId47" Type="http://schemas.openxmlformats.org/officeDocument/2006/relationships/image" Target="../media/image156.png"/><Relationship Id="rId2" Type="http://schemas.openxmlformats.org/officeDocument/2006/relationships/image" Target="../media/image134.png"/><Relationship Id="rId16" Type="http://schemas.openxmlformats.org/officeDocument/2006/relationships/image" Target="../media/image139.png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1350.png"/><Relationship Id="rId24" Type="http://schemas.openxmlformats.org/officeDocument/2006/relationships/image" Target="../media/image146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40" Type="http://schemas.openxmlformats.org/officeDocument/2006/relationships/image" Target="../media/image106.png"/><Relationship Id="rId45" Type="http://schemas.openxmlformats.org/officeDocument/2006/relationships/image" Target="../media/image159.png"/><Relationship Id="rId5" Type="http://schemas.openxmlformats.org/officeDocument/2006/relationships/image" Target="../media/image78.png"/><Relationship Id="rId15" Type="http://schemas.openxmlformats.org/officeDocument/2006/relationships/image" Target="../media/image138.png"/><Relationship Id="rId23" Type="http://schemas.openxmlformats.org/officeDocument/2006/relationships/image" Target="../media/image145.png"/><Relationship Id="rId28" Type="http://schemas.openxmlformats.org/officeDocument/2006/relationships/image" Target="../media/image98.png"/><Relationship Id="rId36" Type="http://schemas.openxmlformats.org/officeDocument/2006/relationships/image" Target="../media/image154.png"/><Relationship Id="rId49" Type="http://schemas.openxmlformats.org/officeDocument/2006/relationships/image" Target="../media/image161.png"/><Relationship Id="rId10" Type="http://schemas.openxmlformats.org/officeDocument/2006/relationships/image" Target="../media/image1340.png"/><Relationship Id="rId19" Type="http://schemas.openxmlformats.org/officeDocument/2006/relationships/image" Target="../media/image141.png"/><Relationship Id="rId31" Type="http://schemas.openxmlformats.org/officeDocument/2006/relationships/image" Target="../media/image149.png"/><Relationship Id="rId44" Type="http://schemas.openxmlformats.org/officeDocument/2006/relationships/image" Target="../media/image158.png"/><Relationship Id="rId4" Type="http://schemas.openxmlformats.org/officeDocument/2006/relationships/image" Target="../media/image77.png"/><Relationship Id="rId9" Type="http://schemas.openxmlformats.org/officeDocument/2006/relationships/image" Target="../media/image1330.png"/><Relationship Id="rId14" Type="http://schemas.openxmlformats.org/officeDocument/2006/relationships/image" Target="../media/image108.jpeg"/><Relationship Id="rId22" Type="http://schemas.openxmlformats.org/officeDocument/2006/relationships/image" Target="../media/image144.png"/><Relationship Id="rId27" Type="http://schemas.openxmlformats.org/officeDocument/2006/relationships/image" Target="../media/image97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43" Type="http://schemas.openxmlformats.org/officeDocument/2006/relationships/image" Target="../media/image157.png"/><Relationship Id="rId48" Type="http://schemas.openxmlformats.org/officeDocument/2006/relationships/image" Target="../media/image160.png"/><Relationship Id="rId8" Type="http://schemas.openxmlformats.org/officeDocument/2006/relationships/image" Target="../media/image1320.png"/><Relationship Id="rId3" Type="http://schemas.openxmlformats.org/officeDocument/2006/relationships/image" Target="../media/image135.png"/><Relationship Id="rId12" Type="http://schemas.openxmlformats.org/officeDocument/2006/relationships/image" Target="../media/image1360.png"/><Relationship Id="rId17" Type="http://schemas.openxmlformats.org/officeDocument/2006/relationships/image" Target="../media/image15.jpeg"/><Relationship Id="rId25" Type="http://schemas.openxmlformats.org/officeDocument/2006/relationships/image" Target="../media/image147.png"/><Relationship Id="rId33" Type="http://schemas.openxmlformats.org/officeDocument/2006/relationships/image" Target="../media/image151.png"/><Relationship Id="rId38" Type="http://schemas.openxmlformats.org/officeDocument/2006/relationships/image" Target="../media/image104.png"/><Relationship Id="rId46" Type="http://schemas.openxmlformats.org/officeDocument/2006/relationships/image" Target="../media/image108.png"/><Relationship Id="rId20" Type="http://schemas.openxmlformats.org/officeDocument/2006/relationships/image" Target="../media/image142.png"/><Relationship Id="rId41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540D63-DC54-4B43-8B1E-7CA1616D8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367" y="8011819"/>
            <a:ext cx="783788" cy="66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95927F-7294-4D36-BC67-672254812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0775040" y="8012419"/>
            <a:ext cx="783788" cy="66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C6B76682-67CD-4A2C-987F-A10AA09C6813}"/>
              </a:ext>
            </a:extLst>
          </p:cNvPr>
          <p:cNvGrpSpPr/>
          <p:nvPr/>
        </p:nvGrpSpPr>
        <p:grpSpPr>
          <a:xfrm>
            <a:off x="12554588" y="9912283"/>
            <a:ext cx="1391022" cy="1282165"/>
            <a:chOff x="5422223" y="4399984"/>
            <a:chExt cx="785172" cy="72372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ABD772F-0252-48C2-B8AB-CFCB330C2366}"/>
                </a:ext>
              </a:extLst>
            </p:cNvPr>
            <p:cNvSpPr/>
            <p:nvPr/>
          </p:nvSpPr>
          <p:spPr>
            <a:xfrm>
              <a:off x="5553498" y="439998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5A42C8-4871-4D43-9810-253327895895}"/>
                    </a:ext>
                  </a:extLst>
                </p:cNvPr>
                <p:cNvSpPr txBox="1"/>
                <p:nvPr/>
              </p:nvSpPr>
              <p:spPr>
                <a:xfrm>
                  <a:off x="5422223" y="4443390"/>
                  <a:ext cx="785172" cy="6803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5A42C8-4871-4D43-9810-253327895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2223" y="4443390"/>
                  <a:ext cx="785172" cy="6803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BF36E3-A38A-45FE-8B6C-3658918AE400}"/>
              </a:ext>
            </a:extLst>
          </p:cNvPr>
          <p:cNvGrpSpPr/>
          <p:nvPr/>
        </p:nvGrpSpPr>
        <p:grpSpPr>
          <a:xfrm>
            <a:off x="13798241" y="9862294"/>
            <a:ext cx="2274278" cy="1282165"/>
            <a:chOff x="5422223" y="4399984"/>
            <a:chExt cx="1283732" cy="723728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F6C3FCF-8CDE-4D12-979F-F7D81CB35104}"/>
                </a:ext>
              </a:extLst>
            </p:cNvPr>
            <p:cNvSpPr/>
            <p:nvPr/>
          </p:nvSpPr>
          <p:spPr>
            <a:xfrm>
              <a:off x="5553498" y="439998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EC20F7E-3AA6-4092-B692-33C7E186F274}"/>
                    </a:ext>
                  </a:extLst>
                </p:cNvPr>
                <p:cNvSpPr txBox="1"/>
                <p:nvPr/>
              </p:nvSpPr>
              <p:spPr>
                <a:xfrm>
                  <a:off x="5422223" y="4443390"/>
                  <a:ext cx="1283732" cy="6803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EC20F7E-3AA6-4092-B692-33C7E186F2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2223" y="4443390"/>
                  <a:ext cx="1283732" cy="6803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770917-B526-4547-9189-376EE3ADC07E}"/>
              </a:ext>
            </a:extLst>
          </p:cNvPr>
          <p:cNvGrpSpPr/>
          <p:nvPr/>
        </p:nvGrpSpPr>
        <p:grpSpPr>
          <a:xfrm>
            <a:off x="15044236" y="9862294"/>
            <a:ext cx="2274278" cy="1282165"/>
            <a:chOff x="5422223" y="4399984"/>
            <a:chExt cx="1283732" cy="72372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D82CB72-2FA4-41E9-A006-EDEF0570D7B6}"/>
                </a:ext>
              </a:extLst>
            </p:cNvPr>
            <p:cNvSpPr/>
            <p:nvPr/>
          </p:nvSpPr>
          <p:spPr>
            <a:xfrm>
              <a:off x="5553498" y="439998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E49ABF-E6B9-4250-B1A3-B8EB31E7DB52}"/>
                    </a:ext>
                  </a:extLst>
                </p:cNvPr>
                <p:cNvSpPr txBox="1"/>
                <p:nvPr/>
              </p:nvSpPr>
              <p:spPr>
                <a:xfrm>
                  <a:off x="5422223" y="4443390"/>
                  <a:ext cx="1283732" cy="6803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E49ABF-E6B9-4250-B1A3-B8EB31E7D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2223" y="4443390"/>
                  <a:ext cx="1283732" cy="68032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9D5CB9D-2F08-4DBE-9D5E-131FCF62B808}"/>
              </a:ext>
            </a:extLst>
          </p:cNvPr>
          <p:cNvGrpSpPr/>
          <p:nvPr/>
        </p:nvGrpSpPr>
        <p:grpSpPr>
          <a:xfrm>
            <a:off x="12418489" y="8298797"/>
            <a:ext cx="2280882" cy="1205265"/>
            <a:chOff x="4937837" y="4220731"/>
            <a:chExt cx="1287458" cy="680320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53E54A7-BA5A-4ECB-A351-63C852071393}"/>
                </a:ext>
              </a:extLst>
            </p:cNvPr>
            <p:cNvSpPr/>
            <p:nvPr/>
          </p:nvSpPr>
          <p:spPr>
            <a:xfrm>
              <a:off x="5553498" y="439998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F254859-7A1B-48FB-A6C7-E95AD2EE2D6F}"/>
                    </a:ext>
                  </a:extLst>
                </p:cNvPr>
                <p:cNvSpPr txBox="1"/>
                <p:nvPr/>
              </p:nvSpPr>
              <p:spPr>
                <a:xfrm>
                  <a:off x="4937837" y="4220731"/>
                  <a:ext cx="1287458" cy="6803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F254859-7A1B-48FB-A6C7-E95AD2EE2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837" y="4220731"/>
                  <a:ext cx="1287458" cy="6803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D6D7558-5B86-4FA0-98A8-CF90F96C82FB}"/>
              </a:ext>
            </a:extLst>
          </p:cNvPr>
          <p:cNvGrpSpPr/>
          <p:nvPr/>
        </p:nvGrpSpPr>
        <p:grpSpPr>
          <a:xfrm>
            <a:off x="14450577" y="8278097"/>
            <a:ext cx="2405374" cy="1205265"/>
            <a:chOff x="5553498" y="4209047"/>
            <a:chExt cx="1357730" cy="68032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F764B61-6C57-4784-A54C-67B198FC56DD}"/>
                </a:ext>
              </a:extLst>
            </p:cNvPr>
            <p:cNvSpPr/>
            <p:nvPr/>
          </p:nvSpPr>
          <p:spPr>
            <a:xfrm>
              <a:off x="5553498" y="439998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ADEEB14-68A1-40B5-B26B-950BCFCCEDC6}"/>
                    </a:ext>
                  </a:extLst>
                </p:cNvPr>
                <p:cNvSpPr txBox="1"/>
                <p:nvPr/>
              </p:nvSpPr>
              <p:spPr>
                <a:xfrm>
                  <a:off x="5623769" y="4209047"/>
                  <a:ext cx="1287459" cy="6803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ADEEB14-68A1-40B5-B26B-950BCFCCE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769" y="4209047"/>
                  <a:ext cx="1287459" cy="6803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CB1EA0F-CB29-43EA-B8AC-C53F79B9F53D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12951457" y="8757422"/>
            <a:ext cx="605222" cy="118305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8B0E82B-D1BD-4595-874A-FACF574A5BEB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3657919" y="8802430"/>
            <a:ext cx="469124" cy="105988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79C834F-09BC-4B61-B2C0-32EAD20182E6}"/>
              </a:ext>
            </a:extLst>
          </p:cNvPr>
          <p:cNvCxnSpPr>
            <a:cxnSpLocks/>
          </p:cNvCxnSpPr>
          <p:nvPr/>
        </p:nvCxnSpPr>
        <p:spPr>
          <a:xfrm flipV="1">
            <a:off x="12850201" y="8757426"/>
            <a:ext cx="1628951" cy="129221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0E91B0A-AE33-4B39-835F-D66579AB808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4127043" y="8794503"/>
            <a:ext cx="386752" cy="1067806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F0DEB88-6492-4347-8E06-C2D3459295BE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14558580" y="8752441"/>
            <a:ext cx="746408" cy="113805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D831233-EB9A-4B70-828E-424180FF81D2}"/>
                  </a:ext>
                </a:extLst>
              </p:cNvPr>
              <p:cNvSpPr txBox="1"/>
              <p:nvPr/>
            </p:nvSpPr>
            <p:spPr>
              <a:xfrm>
                <a:off x="13711521" y="7559235"/>
                <a:ext cx="1344214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D831233-EB9A-4B70-828E-424180FF8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1521" y="7559235"/>
                <a:ext cx="1344214" cy="1205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椭圆 42">
            <a:extLst>
              <a:ext uri="{FF2B5EF4-FFF2-40B4-BE49-F238E27FC236}">
                <a16:creationId xmlns:a16="http://schemas.microsoft.com/office/drawing/2014/main" id="{74E91908-10EA-492B-953A-F9DFB5A44737}"/>
              </a:ext>
            </a:extLst>
          </p:cNvPr>
          <p:cNvSpPr/>
          <p:nvPr/>
        </p:nvSpPr>
        <p:spPr>
          <a:xfrm>
            <a:off x="13981757" y="8293780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D43C915-EAB7-44B0-A26D-2D305D5C1436}"/>
              </a:ext>
            </a:extLst>
          </p:cNvPr>
          <p:cNvCxnSpPr>
            <a:cxnSpLocks/>
            <a:endCxn id="43" idx="4"/>
          </p:cNvCxnSpPr>
          <p:nvPr/>
        </p:nvCxnSpPr>
        <p:spPr>
          <a:xfrm flipV="1">
            <a:off x="12937945" y="8486257"/>
            <a:ext cx="1140055" cy="149739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7ADC83E-14AD-43F3-B194-1721E60A6299}"/>
              </a:ext>
            </a:extLst>
          </p:cNvPr>
          <p:cNvCxnSpPr>
            <a:cxnSpLocks/>
            <a:endCxn id="43" idx="4"/>
          </p:cNvCxnSpPr>
          <p:nvPr/>
        </p:nvCxnSpPr>
        <p:spPr>
          <a:xfrm flipH="1" flipV="1">
            <a:off x="14078000" y="8486247"/>
            <a:ext cx="53782" cy="1502942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167DC62-8E5C-4E16-A8F5-6D8D5C87FEFE}"/>
              </a:ext>
            </a:extLst>
          </p:cNvPr>
          <p:cNvCxnSpPr>
            <a:cxnSpLocks/>
            <a:endCxn id="43" idx="4"/>
          </p:cNvCxnSpPr>
          <p:nvPr/>
        </p:nvCxnSpPr>
        <p:spPr>
          <a:xfrm flipH="1" flipV="1">
            <a:off x="14077994" y="8486245"/>
            <a:ext cx="1283277" cy="1472288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3968CFC-CA7C-46A6-A499-E436675625A6}"/>
              </a:ext>
            </a:extLst>
          </p:cNvPr>
          <p:cNvCxnSpPr>
            <a:cxnSpLocks/>
          </p:cNvCxnSpPr>
          <p:nvPr/>
        </p:nvCxnSpPr>
        <p:spPr>
          <a:xfrm flipV="1">
            <a:off x="13608248" y="8458065"/>
            <a:ext cx="401694" cy="29436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A8198E7-5553-46DC-96B6-D4C0588FB64F}"/>
              </a:ext>
            </a:extLst>
          </p:cNvPr>
          <p:cNvCxnSpPr>
            <a:cxnSpLocks/>
            <a:endCxn id="43" idx="5"/>
          </p:cNvCxnSpPr>
          <p:nvPr/>
        </p:nvCxnSpPr>
        <p:spPr>
          <a:xfrm flipH="1" flipV="1">
            <a:off x="14146040" y="8458069"/>
            <a:ext cx="429031" cy="29437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7BCFCF2-3CF9-42E6-B508-88D32BD292F2}"/>
              </a:ext>
            </a:extLst>
          </p:cNvPr>
          <p:cNvCxnSpPr>
            <a:cxnSpLocks/>
          </p:cNvCxnSpPr>
          <p:nvPr/>
        </p:nvCxnSpPr>
        <p:spPr>
          <a:xfrm flipH="1" flipV="1">
            <a:off x="13674795" y="8768678"/>
            <a:ext cx="1686475" cy="117053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DD21ED9-C306-413C-8F0E-20E8DBBFC88C}"/>
              </a:ext>
            </a:extLst>
          </p:cNvPr>
          <p:cNvCxnSpPr>
            <a:cxnSpLocks/>
          </p:cNvCxnSpPr>
          <p:nvPr/>
        </p:nvCxnSpPr>
        <p:spPr>
          <a:xfrm flipV="1">
            <a:off x="13612930" y="8712420"/>
            <a:ext cx="944979" cy="1125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2ED1FB67-43A8-48CA-9D4E-C690F11ED883}"/>
              </a:ext>
            </a:extLst>
          </p:cNvPr>
          <p:cNvSpPr txBox="1"/>
          <p:nvPr/>
        </p:nvSpPr>
        <p:spPr>
          <a:xfrm>
            <a:off x="11657337" y="10663717"/>
            <a:ext cx="4825359" cy="2318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32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</a:t>
            </a:r>
            <a:r>
              <a:rPr lang="zh-CN" altLang="en-US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</a:t>
            </a:r>
            <a:endParaRPr lang="en-US" altLang="zh-CN" sz="7232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循环卷积核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B205C209-E71C-4A1E-8F3D-764CDD5398BA}"/>
              </a:ext>
            </a:extLst>
          </p:cNvPr>
          <p:cNvSpPr/>
          <p:nvPr/>
        </p:nvSpPr>
        <p:spPr>
          <a:xfrm>
            <a:off x="8608183" y="4938251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97389998-6CE1-4CD9-AA2C-06202DE55DA1}"/>
              </a:ext>
            </a:extLst>
          </p:cNvPr>
          <p:cNvSpPr/>
          <p:nvPr/>
        </p:nvSpPr>
        <p:spPr>
          <a:xfrm>
            <a:off x="9851824" y="4888262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9A2C094-58F4-44EA-9544-CB1C5E6DCF67}"/>
              </a:ext>
            </a:extLst>
          </p:cNvPr>
          <p:cNvSpPr/>
          <p:nvPr/>
        </p:nvSpPr>
        <p:spPr>
          <a:xfrm>
            <a:off x="11097818" y="4888262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0472F03-7479-4977-AC74-7F037A668D2B}"/>
              </a:ext>
            </a:extLst>
          </p:cNvPr>
          <p:cNvSpPr/>
          <p:nvPr/>
        </p:nvSpPr>
        <p:spPr>
          <a:xfrm>
            <a:off x="9330210" y="3642318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D1B10ED-9C16-4B50-9EA4-FE6CA7A0AF6B}"/>
              </a:ext>
            </a:extLst>
          </p:cNvPr>
          <p:cNvSpPr/>
          <p:nvPr/>
        </p:nvSpPr>
        <p:spPr>
          <a:xfrm>
            <a:off x="10271592" y="3642318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1927A15-3AE0-47CB-90FF-DBA6310DAF9C}"/>
              </a:ext>
            </a:extLst>
          </p:cNvPr>
          <p:cNvCxnSpPr>
            <a:cxnSpLocks/>
            <a:stCxn id="80" idx="7"/>
          </p:cNvCxnSpPr>
          <p:nvPr/>
        </p:nvCxnSpPr>
        <p:spPr>
          <a:xfrm flipV="1">
            <a:off x="8772471" y="3783383"/>
            <a:ext cx="605222" cy="118305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CCC6DAA-9FD7-4A45-B4CB-515EF259D3E0}"/>
              </a:ext>
            </a:extLst>
          </p:cNvPr>
          <p:cNvCxnSpPr>
            <a:cxnSpLocks/>
            <a:stCxn id="83" idx="0"/>
          </p:cNvCxnSpPr>
          <p:nvPr/>
        </p:nvCxnSpPr>
        <p:spPr>
          <a:xfrm flipH="1" flipV="1">
            <a:off x="9478932" y="3828388"/>
            <a:ext cx="469124" cy="105988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C98A489-26B9-4652-9EDC-677B2EA9DF86}"/>
              </a:ext>
            </a:extLst>
          </p:cNvPr>
          <p:cNvCxnSpPr>
            <a:cxnSpLocks/>
          </p:cNvCxnSpPr>
          <p:nvPr/>
        </p:nvCxnSpPr>
        <p:spPr>
          <a:xfrm flipV="1">
            <a:off x="8671215" y="3783386"/>
            <a:ext cx="1628951" cy="129221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0E85BFAE-E89C-464D-9AA4-84B91C1E6C7D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9948058" y="3820461"/>
            <a:ext cx="386752" cy="1067806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64DD8963-9A31-4B4A-9CD6-4DFFAD20B89B}"/>
              </a:ext>
            </a:extLst>
          </p:cNvPr>
          <p:cNvCxnSpPr>
            <a:cxnSpLocks/>
            <a:stCxn id="86" idx="1"/>
          </p:cNvCxnSpPr>
          <p:nvPr/>
        </p:nvCxnSpPr>
        <p:spPr>
          <a:xfrm flipH="1" flipV="1">
            <a:off x="10379597" y="3778401"/>
            <a:ext cx="746408" cy="113805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椭圆 99">
            <a:extLst>
              <a:ext uri="{FF2B5EF4-FFF2-40B4-BE49-F238E27FC236}">
                <a16:creationId xmlns:a16="http://schemas.microsoft.com/office/drawing/2014/main" id="{1634BFBF-D61D-4CA3-B9A1-54CCE7D56CEC}"/>
              </a:ext>
            </a:extLst>
          </p:cNvPr>
          <p:cNvSpPr/>
          <p:nvPr/>
        </p:nvSpPr>
        <p:spPr>
          <a:xfrm>
            <a:off x="9802770" y="3319739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6A8B47D2-2B1B-483F-9CA8-B1355B39D6A4}"/>
              </a:ext>
            </a:extLst>
          </p:cNvPr>
          <p:cNvCxnSpPr>
            <a:cxnSpLocks/>
            <a:endCxn id="100" idx="4"/>
          </p:cNvCxnSpPr>
          <p:nvPr/>
        </p:nvCxnSpPr>
        <p:spPr>
          <a:xfrm flipV="1">
            <a:off x="8758959" y="3512217"/>
            <a:ext cx="1140055" cy="149739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DDCD5E0-FE69-4461-8FBD-3F2CE4065BB8}"/>
              </a:ext>
            </a:extLst>
          </p:cNvPr>
          <p:cNvCxnSpPr>
            <a:cxnSpLocks/>
            <a:endCxn id="100" idx="4"/>
          </p:cNvCxnSpPr>
          <p:nvPr/>
        </p:nvCxnSpPr>
        <p:spPr>
          <a:xfrm flipH="1" flipV="1">
            <a:off x="9899013" y="3512205"/>
            <a:ext cx="53782" cy="1502942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C3D8F3E-4C5B-44C2-8075-B865B490D3D4}"/>
              </a:ext>
            </a:extLst>
          </p:cNvPr>
          <p:cNvCxnSpPr>
            <a:cxnSpLocks/>
            <a:endCxn id="100" idx="4"/>
          </p:cNvCxnSpPr>
          <p:nvPr/>
        </p:nvCxnSpPr>
        <p:spPr>
          <a:xfrm flipH="1" flipV="1">
            <a:off x="9899009" y="3512205"/>
            <a:ext cx="1283277" cy="1472288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B843F89-71A8-4D0C-B72D-A24059780A49}"/>
              </a:ext>
            </a:extLst>
          </p:cNvPr>
          <p:cNvCxnSpPr>
            <a:cxnSpLocks/>
          </p:cNvCxnSpPr>
          <p:nvPr/>
        </p:nvCxnSpPr>
        <p:spPr>
          <a:xfrm flipV="1">
            <a:off x="9429264" y="3484024"/>
            <a:ext cx="401694" cy="29436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FED5CCC-6D74-47BD-B216-EB2BB18E2EED}"/>
              </a:ext>
            </a:extLst>
          </p:cNvPr>
          <p:cNvCxnSpPr>
            <a:cxnSpLocks/>
            <a:endCxn id="100" idx="5"/>
          </p:cNvCxnSpPr>
          <p:nvPr/>
        </p:nvCxnSpPr>
        <p:spPr>
          <a:xfrm flipH="1" flipV="1">
            <a:off x="9967055" y="3484029"/>
            <a:ext cx="429031" cy="29437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44023E62-E5AF-4087-A60C-C4D84D27EA9B}"/>
              </a:ext>
            </a:extLst>
          </p:cNvPr>
          <p:cNvCxnSpPr>
            <a:cxnSpLocks/>
          </p:cNvCxnSpPr>
          <p:nvPr/>
        </p:nvCxnSpPr>
        <p:spPr>
          <a:xfrm flipH="1" flipV="1">
            <a:off x="9495809" y="3794639"/>
            <a:ext cx="1686475" cy="117053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73BD793-5CFF-4665-AAE0-4FC4307B9DDE}"/>
              </a:ext>
            </a:extLst>
          </p:cNvPr>
          <p:cNvCxnSpPr>
            <a:cxnSpLocks/>
          </p:cNvCxnSpPr>
          <p:nvPr/>
        </p:nvCxnSpPr>
        <p:spPr>
          <a:xfrm flipV="1">
            <a:off x="9433944" y="3738380"/>
            <a:ext cx="944979" cy="1125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EF3EB25C-A88E-46E3-B51E-9BB1867AC87F}"/>
              </a:ext>
            </a:extLst>
          </p:cNvPr>
          <p:cNvSpPr/>
          <p:nvPr/>
        </p:nvSpPr>
        <p:spPr>
          <a:xfrm>
            <a:off x="8390323" y="3194516"/>
            <a:ext cx="2994832" cy="21072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111" name="图片 110">
            <a:extLst>
              <a:ext uri="{FF2B5EF4-FFF2-40B4-BE49-F238E27FC236}">
                <a16:creationId xmlns:a16="http://schemas.microsoft.com/office/drawing/2014/main" id="{E83A468E-EB4E-4EC6-B434-C54D8D91EF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37376" y="9307056"/>
            <a:ext cx="1210939" cy="893881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4C1BDDDA-0975-4AA0-BCC1-82DF8E7638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36734" y="9307056"/>
            <a:ext cx="1210939" cy="893881"/>
          </a:xfrm>
          <a:prstGeom prst="rect">
            <a:avLst/>
          </a:prstGeom>
        </p:spPr>
      </p:pic>
      <p:pic>
        <p:nvPicPr>
          <p:cNvPr id="115" name="图片 114">
            <a:extLst>
              <a:ext uri="{FF2B5EF4-FFF2-40B4-BE49-F238E27FC236}">
                <a16:creationId xmlns:a16="http://schemas.microsoft.com/office/drawing/2014/main" id="{2352A2E2-4A17-4901-9306-B2DA021F88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1656" y="9307056"/>
            <a:ext cx="1210939" cy="893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F31314F-5A38-48D7-B2CB-B1B17336D856}"/>
                  </a:ext>
                </a:extLst>
              </p:cNvPr>
              <p:cNvSpPr txBox="1"/>
              <p:nvPr/>
            </p:nvSpPr>
            <p:spPr>
              <a:xfrm>
                <a:off x="19056203" y="11678162"/>
                <a:ext cx="1391022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F31314F-5A38-48D7-B2CB-B1B17336D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6203" y="11678162"/>
                <a:ext cx="1391022" cy="12052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椭圆 118">
            <a:extLst>
              <a:ext uri="{FF2B5EF4-FFF2-40B4-BE49-F238E27FC236}">
                <a16:creationId xmlns:a16="http://schemas.microsoft.com/office/drawing/2014/main" id="{5B776024-02DD-4B01-B798-12836EB91882}"/>
              </a:ext>
            </a:extLst>
          </p:cNvPr>
          <p:cNvSpPr/>
          <p:nvPr/>
        </p:nvSpPr>
        <p:spPr>
          <a:xfrm>
            <a:off x="19325425" y="11593174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86D61DA9-B20C-458B-AF69-9EDD5F5EA8FE}"/>
              </a:ext>
            </a:extLst>
          </p:cNvPr>
          <p:cNvCxnSpPr>
            <a:cxnSpLocks/>
            <a:stCxn id="119" idx="1"/>
          </p:cNvCxnSpPr>
          <p:nvPr/>
        </p:nvCxnSpPr>
        <p:spPr>
          <a:xfrm flipH="1" flipV="1">
            <a:off x="17455575" y="10134935"/>
            <a:ext cx="1898040" cy="148643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88AFB14C-9E05-4B41-90B6-2BCFF7A983EA}"/>
              </a:ext>
            </a:extLst>
          </p:cNvPr>
          <p:cNvCxnSpPr>
            <a:cxnSpLocks/>
          </p:cNvCxnSpPr>
          <p:nvPr/>
        </p:nvCxnSpPr>
        <p:spPr>
          <a:xfrm flipH="1" flipV="1">
            <a:off x="19387027" y="10130160"/>
            <a:ext cx="22500" cy="152996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C63F9B4E-FFA6-41C7-9F27-A20762485657}"/>
              </a:ext>
            </a:extLst>
          </p:cNvPr>
          <p:cNvCxnSpPr>
            <a:cxnSpLocks/>
          </p:cNvCxnSpPr>
          <p:nvPr/>
        </p:nvCxnSpPr>
        <p:spPr>
          <a:xfrm flipH="1">
            <a:off x="19503031" y="10130162"/>
            <a:ext cx="1717719" cy="150099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F93AC55B-A89C-4E43-9DDD-4EC74A026996}"/>
                  </a:ext>
                </a:extLst>
              </p:cNvPr>
              <p:cNvSpPr txBox="1"/>
              <p:nvPr/>
            </p:nvSpPr>
            <p:spPr>
              <a:xfrm>
                <a:off x="18968655" y="5247786"/>
                <a:ext cx="1344214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F93AC55B-A89C-4E43-9DDD-4EC74A02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8655" y="5247786"/>
                <a:ext cx="1344214" cy="12052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椭圆 136">
            <a:extLst>
              <a:ext uri="{FF2B5EF4-FFF2-40B4-BE49-F238E27FC236}">
                <a16:creationId xmlns:a16="http://schemas.microsoft.com/office/drawing/2014/main" id="{2C7E72DF-0DD6-4860-A3B6-F18D38200508}"/>
              </a:ext>
            </a:extLst>
          </p:cNvPr>
          <p:cNvSpPr/>
          <p:nvPr/>
        </p:nvSpPr>
        <p:spPr>
          <a:xfrm>
            <a:off x="19245959" y="5992070"/>
            <a:ext cx="192469" cy="1924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C689673C-DC38-45F4-ACBC-AB165520A1C0}"/>
              </a:ext>
            </a:extLst>
          </p:cNvPr>
          <p:cNvCxnSpPr>
            <a:cxnSpLocks/>
          </p:cNvCxnSpPr>
          <p:nvPr/>
        </p:nvCxnSpPr>
        <p:spPr>
          <a:xfrm flipH="1">
            <a:off x="17444318" y="6118777"/>
            <a:ext cx="1889958" cy="3296178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13DD05C5-EFFD-453B-9026-8A52F2EF7F16}"/>
              </a:ext>
            </a:extLst>
          </p:cNvPr>
          <p:cNvCxnSpPr>
            <a:cxnSpLocks/>
          </p:cNvCxnSpPr>
          <p:nvPr/>
        </p:nvCxnSpPr>
        <p:spPr>
          <a:xfrm>
            <a:off x="19327704" y="6197485"/>
            <a:ext cx="29080" cy="180000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2AFB47B-D893-4B01-AE88-53DA75F41F4F}"/>
              </a:ext>
            </a:extLst>
          </p:cNvPr>
          <p:cNvCxnSpPr>
            <a:cxnSpLocks/>
          </p:cNvCxnSpPr>
          <p:nvPr/>
        </p:nvCxnSpPr>
        <p:spPr>
          <a:xfrm>
            <a:off x="19368261" y="8692372"/>
            <a:ext cx="11023" cy="722576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574394A5-11BB-475F-96A5-0A91D0CA2F0A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19351389" y="6127431"/>
            <a:ext cx="1815545" cy="188498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32C49013-77A9-4A84-ACB5-B530B0515DB9}"/>
              </a:ext>
            </a:extLst>
          </p:cNvPr>
          <p:cNvCxnSpPr>
            <a:cxnSpLocks/>
          </p:cNvCxnSpPr>
          <p:nvPr/>
        </p:nvCxnSpPr>
        <p:spPr>
          <a:xfrm>
            <a:off x="21190714" y="8679723"/>
            <a:ext cx="4218" cy="73826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椭圆 160">
            <a:extLst>
              <a:ext uri="{FF2B5EF4-FFF2-40B4-BE49-F238E27FC236}">
                <a16:creationId xmlns:a16="http://schemas.microsoft.com/office/drawing/2014/main" id="{D3F662CB-2967-4ABA-A58A-354C60E4E2F6}"/>
              </a:ext>
            </a:extLst>
          </p:cNvPr>
          <p:cNvSpPr/>
          <p:nvPr/>
        </p:nvSpPr>
        <p:spPr>
          <a:xfrm>
            <a:off x="16799767" y="9177156"/>
            <a:ext cx="1290477" cy="1290477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FCB6449D-D8D3-4DA7-B732-C86DB4118099}"/>
              </a:ext>
            </a:extLst>
          </p:cNvPr>
          <p:cNvSpPr/>
          <p:nvPr/>
        </p:nvSpPr>
        <p:spPr>
          <a:xfrm>
            <a:off x="11660375" y="7092936"/>
            <a:ext cx="4873593" cy="498392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EFD6F913-2F2A-4F7F-908F-5CF3E4DC4B98}"/>
              </a:ext>
            </a:extLst>
          </p:cNvPr>
          <p:cNvCxnSpPr>
            <a:cxnSpLocks/>
          </p:cNvCxnSpPr>
          <p:nvPr/>
        </p:nvCxnSpPr>
        <p:spPr>
          <a:xfrm>
            <a:off x="16436288" y="8764092"/>
            <a:ext cx="693040" cy="515863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B1AA0EFF-9F38-465E-B50E-BE5BC089EA02}"/>
              </a:ext>
            </a:extLst>
          </p:cNvPr>
          <p:cNvCxnSpPr>
            <a:cxnSpLocks/>
          </p:cNvCxnSpPr>
          <p:nvPr/>
        </p:nvCxnSpPr>
        <p:spPr>
          <a:xfrm flipV="1">
            <a:off x="16071730" y="10427427"/>
            <a:ext cx="1102598" cy="61390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椭圆 175">
            <a:extLst>
              <a:ext uri="{FF2B5EF4-FFF2-40B4-BE49-F238E27FC236}">
                <a16:creationId xmlns:a16="http://schemas.microsoft.com/office/drawing/2014/main" id="{3495DD86-A9DF-47AE-85C8-2108462FB98F}"/>
              </a:ext>
            </a:extLst>
          </p:cNvPr>
          <p:cNvSpPr/>
          <p:nvPr/>
        </p:nvSpPr>
        <p:spPr>
          <a:xfrm>
            <a:off x="20554604" y="7697747"/>
            <a:ext cx="1290477" cy="1290477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25ADC511-E0BB-45BA-A1E1-907180AB8D8E}"/>
              </a:ext>
            </a:extLst>
          </p:cNvPr>
          <p:cNvCxnSpPr>
            <a:cxnSpLocks/>
          </p:cNvCxnSpPr>
          <p:nvPr/>
        </p:nvCxnSpPr>
        <p:spPr>
          <a:xfrm flipH="1">
            <a:off x="21629457" y="7362176"/>
            <a:ext cx="1049859" cy="47381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17792349-8591-4A99-8287-94B0A68CEC7C}"/>
              </a:ext>
            </a:extLst>
          </p:cNvPr>
          <p:cNvCxnSpPr>
            <a:cxnSpLocks/>
          </p:cNvCxnSpPr>
          <p:nvPr/>
        </p:nvCxnSpPr>
        <p:spPr>
          <a:xfrm>
            <a:off x="21734328" y="8698637"/>
            <a:ext cx="481520" cy="76153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8C7F506A-2AFD-4EDA-843B-A350F22BCC21}"/>
              </a:ext>
            </a:extLst>
          </p:cNvPr>
          <p:cNvSpPr txBox="1"/>
          <p:nvPr/>
        </p:nvSpPr>
        <p:spPr>
          <a:xfrm>
            <a:off x="21414182" y="9211866"/>
            <a:ext cx="4825359" cy="2318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分段非线性</a:t>
            </a:r>
            <a:endParaRPr lang="en-US" altLang="zh-CN" sz="7232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激活函数</a:t>
            </a:r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4D7501D1-77CE-4BC7-9BCB-026719B34A0B}"/>
              </a:ext>
            </a:extLst>
          </p:cNvPr>
          <p:cNvSpPr/>
          <p:nvPr/>
        </p:nvSpPr>
        <p:spPr>
          <a:xfrm>
            <a:off x="22084259" y="6953933"/>
            <a:ext cx="3549571" cy="3549571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B16F4A0D-AE10-449B-A14D-2F3820D81DEA}"/>
              </a:ext>
            </a:extLst>
          </p:cNvPr>
          <p:cNvGrpSpPr/>
          <p:nvPr/>
        </p:nvGrpSpPr>
        <p:grpSpPr>
          <a:xfrm>
            <a:off x="22518230" y="7580722"/>
            <a:ext cx="2681633" cy="1699228"/>
            <a:chOff x="8321040" y="2638050"/>
            <a:chExt cx="2222947" cy="1468634"/>
          </a:xfrm>
        </p:grpSpPr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651682CD-E3D9-4707-BD7B-7C170D8F4A3F}"/>
                </a:ext>
              </a:extLst>
            </p:cNvPr>
            <p:cNvSpPr/>
            <p:nvPr/>
          </p:nvSpPr>
          <p:spPr>
            <a:xfrm>
              <a:off x="8321040" y="2638050"/>
              <a:ext cx="2222947" cy="146863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5F60AA16-8F7F-48B5-A532-479A5635A9F2}"/>
                </a:ext>
              </a:extLst>
            </p:cNvPr>
            <p:cNvSpPr/>
            <p:nvPr/>
          </p:nvSpPr>
          <p:spPr>
            <a:xfrm>
              <a:off x="8427720" y="2811780"/>
              <a:ext cx="2026920" cy="1181100"/>
            </a:xfrm>
            <a:custGeom>
              <a:avLst/>
              <a:gdLst>
                <a:gd name="connsiteX0" fmla="*/ 0 w 2026920"/>
                <a:gd name="connsiteY0" fmla="*/ 899160 h 1181100"/>
                <a:gd name="connsiteX1" fmla="*/ 320040 w 2026920"/>
                <a:gd name="connsiteY1" fmla="*/ 1112520 h 1181100"/>
                <a:gd name="connsiteX2" fmla="*/ 746760 w 2026920"/>
                <a:gd name="connsiteY2" fmla="*/ 1181100 h 1181100"/>
                <a:gd name="connsiteX3" fmla="*/ 1219200 w 2026920"/>
                <a:gd name="connsiteY3" fmla="*/ 998220 h 1181100"/>
                <a:gd name="connsiteX4" fmla="*/ 1546860 w 2026920"/>
                <a:gd name="connsiteY4" fmla="*/ 480060 h 1181100"/>
                <a:gd name="connsiteX5" fmla="*/ 2026920 w 2026920"/>
                <a:gd name="connsiteY5" fmla="*/ 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920" h="1181100">
                  <a:moveTo>
                    <a:pt x="0" y="899160"/>
                  </a:moveTo>
                  <a:lnTo>
                    <a:pt x="320040" y="1112520"/>
                  </a:lnTo>
                  <a:lnTo>
                    <a:pt x="746760" y="1181100"/>
                  </a:lnTo>
                  <a:lnTo>
                    <a:pt x="1219200" y="998220"/>
                  </a:lnTo>
                  <a:lnTo>
                    <a:pt x="1546860" y="480060"/>
                  </a:lnTo>
                  <a:lnTo>
                    <a:pt x="20269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</p:grpSp>
    </p:spTree>
    <p:extLst>
      <p:ext uri="{BB962C8B-B14F-4D97-AF65-F5344CB8AC3E}">
        <p14:creationId xmlns:p14="http://schemas.microsoft.com/office/powerpoint/2010/main" val="367723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Desktop\jd-xh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86837" y="2925463"/>
            <a:ext cx="2024970" cy="2024970"/>
          </a:xfrm>
          <a:prstGeom prst="rect">
            <a:avLst/>
          </a:prstGeom>
          <a:noFill/>
        </p:spPr>
      </p:pic>
      <p:sp>
        <p:nvSpPr>
          <p:cNvPr id="5" name="TextBox 3"/>
          <p:cNvSpPr txBox="1"/>
          <p:nvPr/>
        </p:nvSpPr>
        <p:spPr>
          <a:xfrm>
            <a:off x="10189307" y="4950430"/>
            <a:ext cx="17649738" cy="908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48048" indent="-2548048">
              <a:lnSpc>
                <a:spcPct val="125000"/>
              </a:lnSpc>
              <a:spcBef>
                <a:spcPts val="4252"/>
              </a:spcBef>
            </a:pPr>
            <a:r>
              <a:rPr lang="zh-CN" altLang="en-US" sz="9567" dirty="0"/>
              <a:t>组会工作总结</a:t>
            </a:r>
          </a:p>
          <a:p>
            <a:pPr marL="2548048" indent="-2548048">
              <a:lnSpc>
                <a:spcPct val="125000"/>
              </a:lnSpc>
              <a:spcBef>
                <a:spcPts val="4252"/>
              </a:spcBef>
            </a:pPr>
            <a:endParaRPr lang="en-US" altLang="zh-CN" sz="4252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48048" indent="-2548048">
              <a:lnSpc>
                <a:spcPct val="125000"/>
              </a:lnSpc>
              <a:spcBef>
                <a:spcPts val="4252"/>
              </a:spcBef>
            </a:pPr>
            <a:endParaRPr lang="en-US" altLang="zh-CN" sz="4252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48048" indent="-2548048">
              <a:lnSpc>
                <a:spcPct val="125000"/>
              </a:lnSpc>
              <a:spcBef>
                <a:spcPts val="4252"/>
              </a:spcBef>
            </a:pPr>
            <a:endParaRPr lang="en-US" altLang="zh-CN" sz="4252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4960" dirty="0"/>
              <a:t>导师：杨泓渊</a:t>
            </a:r>
            <a:endParaRPr lang="en-US" altLang="zh-CN" sz="4960" dirty="0"/>
          </a:p>
          <a:p>
            <a:pPr algn="ctr"/>
            <a:r>
              <a:rPr lang="zh-CN" altLang="en-US" sz="4960" dirty="0"/>
              <a:t>报告人：李昂</a:t>
            </a:r>
            <a:endParaRPr lang="en-US" altLang="zh-CN" sz="4960" dirty="0"/>
          </a:p>
          <a:p>
            <a:pPr marL="2548048" indent="-2548048" algn="ctr">
              <a:lnSpc>
                <a:spcPct val="150000"/>
              </a:lnSpc>
              <a:spcBef>
                <a:spcPts val="4252"/>
              </a:spcBef>
            </a:pPr>
            <a:r>
              <a:rPr lang="en-US" altLang="zh-CN" sz="4960" dirty="0"/>
              <a:t>2024</a:t>
            </a:r>
            <a:r>
              <a:rPr lang="zh-CN" altLang="en-US" sz="4960" dirty="0"/>
              <a:t>年</a:t>
            </a:r>
            <a:r>
              <a:rPr lang="en-US" altLang="zh-CN" sz="4960" dirty="0"/>
              <a:t>11</a:t>
            </a:r>
            <a:r>
              <a:rPr lang="zh-CN" altLang="en-US" sz="4960" dirty="0"/>
              <a:t>月</a:t>
            </a:r>
            <a:r>
              <a:rPr lang="en-US" altLang="zh-CN" sz="4960" dirty="0"/>
              <a:t>6</a:t>
            </a:r>
            <a:r>
              <a:rPr lang="zh-CN" altLang="en-US" sz="4960" dirty="0"/>
              <a:t>日</a:t>
            </a:r>
          </a:p>
        </p:txBody>
      </p:sp>
      <p:sp>
        <p:nvSpPr>
          <p:cNvPr id="6" name="自选图形 7"/>
          <p:cNvSpPr>
            <a:spLocks noChangeArrowheads="1"/>
          </p:cNvSpPr>
          <p:nvPr/>
        </p:nvSpPr>
        <p:spPr bwMode="auto">
          <a:xfrm>
            <a:off x="8100226" y="1022666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30542FC-7F0D-4B6B-9542-26A05EC40CB1}"/>
              </a:ext>
            </a:extLst>
          </p:cNvPr>
          <p:cNvSpPr txBox="1">
            <a:spLocks/>
          </p:cNvSpPr>
          <p:nvPr/>
        </p:nvSpPr>
        <p:spPr>
          <a:xfrm>
            <a:off x="8156407" y="3290848"/>
            <a:ext cx="18460913" cy="1310924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496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496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电化学检波器的频率响应非线性测量</a:t>
            </a:r>
            <a:endParaRPr lang="zh-CN" altLang="en-US" sz="4960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AD39801C-3B93-48DF-9737-38C57D3F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AFECCB-BFD0-4C1E-9461-AEA325A5ECF1}"/>
              </a:ext>
            </a:extLst>
          </p:cNvPr>
          <p:cNvSpPr txBox="1"/>
          <p:nvPr/>
        </p:nvSpPr>
        <p:spPr>
          <a:xfrm>
            <a:off x="8214182" y="5734270"/>
            <a:ext cx="13005568" cy="254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dirty="0">
                <a:solidFill>
                  <a:srgbClr val="FF0000"/>
                </a:solidFill>
              </a:rPr>
              <a:t>问题描述：</a:t>
            </a:r>
            <a:r>
              <a:rPr lang="en-US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MET 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表现出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幅度依赖的非线性行为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。为了深入研究其非线性特性，需要对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不同振幅下的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传感器输出进行数据采集。</a:t>
            </a:r>
          </a:p>
          <a:p>
            <a:endParaRPr lang="en-US" altLang="zh-CN" sz="4252" dirty="0">
              <a:solidFill>
                <a:srgbClr val="FF0000"/>
              </a:solidFill>
            </a:endParaRPr>
          </a:p>
          <a:p>
            <a:endParaRPr lang="zh-CN" altLang="en-US" sz="4252" dirty="0">
              <a:solidFill>
                <a:srgbClr val="FF0000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03B5FAA-864C-93E0-2479-D055C3BEF891}"/>
              </a:ext>
            </a:extLst>
          </p:cNvPr>
          <p:cNvGrpSpPr/>
          <p:nvPr/>
        </p:nvGrpSpPr>
        <p:grpSpPr>
          <a:xfrm>
            <a:off x="17454956" y="9214092"/>
            <a:ext cx="11813764" cy="5405289"/>
            <a:chOff x="1922080" y="2172974"/>
            <a:chExt cx="8764970" cy="383512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4F0867C-6C07-4E93-BC2D-2208EDF89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7437" y="3351837"/>
              <a:ext cx="719917" cy="674474"/>
            </a:xfrm>
            <a:prstGeom prst="rect">
              <a:avLst/>
            </a:prstGeom>
          </p:spPr>
        </p:pic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799A6A11-D7CB-43D4-87A3-B8E3F3BBE853}"/>
                </a:ext>
              </a:extLst>
            </p:cNvPr>
            <p:cNvSpPr/>
            <p:nvPr/>
          </p:nvSpPr>
          <p:spPr>
            <a:xfrm>
              <a:off x="6750160" y="3613911"/>
              <a:ext cx="420346" cy="1090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0"/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0C249746-161D-4D96-9DAA-7ED019B7F6DF}"/>
                </a:ext>
              </a:extLst>
            </p:cNvPr>
            <p:cNvSpPr/>
            <p:nvPr/>
          </p:nvSpPr>
          <p:spPr>
            <a:xfrm>
              <a:off x="7983115" y="3588129"/>
              <a:ext cx="420346" cy="1090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0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B18DA48-4B74-4AA2-B48C-0C2FDE9BC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4164" y="3308788"/>
              <a:ext cx="622453" cy="611908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550F8B7-BEB0-4634-86FF-A8863C13B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89222" y="3282175"/>
              <a:ext cx="622453" cy="611908"/>
            </a:xfrm>
            <a:prstGeom prst="rect">
              <a:avLst/>
            </a:prstGeom>
          </p:spPr>
        </p:pic>
        <p:sp>
          <p:nvSpPr>
            <p:cNvPr id="21" name="标题 802817">
              <a:extLst>
                <a:ext uri="{FF2B5EF4-FFF2-40B4-BE49-F238E27FC236}">
                  <a16:creationId xmlns:a16="http://schemas.microsoft.com/office/drawing/2014/main" id="{769DDA84-5834-423A-8BC1-0C3D4A974222}"/>
                </a:ext>
              </a:extLst>
            </p:cNvPr>
            <p:cNvSpPr txBox="1">
              <a:spLocks/>
            </p:cNvSpPr>
            <p:nvPr/>
          </p:nvSpPr>
          <p:spPr>
            <a:xfrm>
              <a:off x="4977183" y="2390057"/>
              <a:ext cx="2554165" cy="903988"/>
            </a:xfrm>
            <a:prstGeom prst="rect">
              <a:avLst/>
            </a:prstGeom>
          </p:spPr>
          <p:txBody>
            <a:bodyPr vert="horz" lIns="161996" tIns="80998" rIns="161996" bIns="80998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defRPr/>
              </a:pPr>
              <a:r>
                <a:rPr lang="zh-CN" altLang="en-US" sz="2480" b="1" noProof="1"/>
                <a:t>多震级的扫频震动信号</a:t>
              </a:r>
            </a:p>
          </p:txBody>
        </p:sp>
        <p:sp>
          <p:nvSpPr>
            <p:cNvPr id="22" name="标题 802817">
              <a:extLst>
                <a:ext uri="{FF2B5EF4-FFF2-40B4-BE49-F238E27FC236}">
                  <a16:creationId xmlns:a16="http://schemas.microsoft.com/office/drawing/2014/main" id="{3EE3E194-BB0B-4D98-B200-2E56128A67F9}"/>
                </a:ext>
              </a:extLst>
            </p:cNvPr>
            <p:cNvSpPr txBox="1">
              <a:spLocks/>
            </p:cNvSpPr>
            <p:nvPr/>
          </p:nvSpPr>
          <p:spPr>
            <a:xfrm>
              <a:off x="8193288" y="2558203"/>
              <a:ext cx="1910137" cy="611908"/>
            </a:xfrm>
            <a:prstGeom prst="rect">
              <a:avLst/>
            </a:prstGeom>
          </p:spPr>
          <p:txBody>
            <a:bodyPr vert="horz" lIns="161996" tIns="80998" rIns="161996" bIns="80998" rtlCol="0" anchor="ctr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b="1"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80" noProof="1"/>
                <a:t>检波器输出信号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37870F5-8CBF-4F99-BCC0-62AAE304BAA5}"/>
                </a:ext>
              </a:extLst>
            </p:cNvPr>
            <p:cNvSpPr/>
            <p:nvPr/>
          </p:nvSpPr>
          <p:spPr>
            <a:xfrm>
              <a:off x="3752826" y="3301742"/>
              <a:ext cx="1365228" cy="6818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80" dirty="0"/>
                <a:t>振动测试台</a:t>
              </a:r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E578FF37-8A8D-4EAD-AAAB-DBD3CBE46734}"/>
                </a:ext>
              </a:extLst>
            </p:cNvPr>
            <p:cNvSpPr/>
            <p:nvPr/>
          </p:nvSpPr>
          <p:spPr>
            <a:xfrm>
              <a:off x="5316826" y="3613912"/>
              <a:ext cx="420346" cy="1090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0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0745F6E0-0D59-42A4-B601-849D1E14B38E}"/>
                </a:ext>
              </a:extLst>
            </p:cNvPr>
            <p:cNvCxnSpPr>
              <a:cxnSpLocks/>
            </p:cNvCxnSpPr>
            <p:nvPr/>
          </p:nvCxnSpPr>
          <p:spPr>
            <a:xfrm>
              <a:off x="6193937" y="4022632"/>
              <a:ext cx="0" cy="22991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标题 802817">
              <a:extLst>
                <a:ext uri="{FF2B5EF4-FFF2-40B4-BE49-F238E27FC236}">
                  <a16:creationId xmlns:a16="http://schemas.microsoft.com/office/drawing/2014/main" id="{A7284CC7-C9BF-4E9F-8154-DB98DDA1E5CE}"/>
                </a:ext>
              </a:extLst>
            </p:cNvPr>
            <p:cNvSpPr txBox="1">
              <a:spLocks/>
            </p:cNvSpPr>
            <p:nvPr/>
          </p:nvSpPr>
          <p:spPr>
            <a:xfrm>
              <a:off x="5703709" y="5218991"/>
              <a:ext cx="1744224" cy="574625"/>
            </a:xfrm>
            <a:prstGeom prst="rect">
              <a:avLst/>
            </a:prstGeom>
          </p:spPr>
          <p:txBody>
            <a:bodyPr vert="horz" lIns="161996" tIns="80998" rIns="161996" bIns="80998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defRPr/>
              </a:pPr>
              <a:r>
                <a:rPr lang="zh-CN" altLang="en-US" sz="2480" b="1" noProof="1"/>
                <a:t>时域序列</a:t>
              </a:r>
              <a:r>
                <a:rPr lang="en-US" altLang="zh-CN" sz="2480" b="1" noProof="1"/>
                <a:t>[Input]</a:t>
              </a:r>
              <a:endParaRPr lang="zh-CN" altLang="en-US" sz="2480" b="1" noProof="1"/>
            </a:p>
          </p:txBody>
        </p:sp>
        <p:sp>
          <p:nvSpPr>
            <p:cNvPr id="29" name="标题 802817">
              <a:extLst>
                <a:ext uri="{FF2B5EF4-FFF2-40B4-BE49-F238E27FC236}">
                  <a16:creationId xmlns:a16="http://schemas.microsoft.com/office/drawing/2014/main" id="{107F898E-867C-4040-AA76-A956FBE93999}"/>
                </a:ext>
              </a:extLst>
            </p:cNvPr>
            <p:cNvSpPr txBox="1">
              <a:spLocks/>
            </p:cNvSpPr>
            <p:nvPr/>
          </p:nvSpPr>
          <p:spPr>
            <a:xfrm>
              <a:off x="8359202" y="5249683"/>
              <a:ext cx="1744224" cy="574625"/>
            </a:xfrm>
            <a:prstGeom prst="rect">
              <a:avLst/>
            </a:prstGeom>
          </p:spPr>
          <p:txBody>
            <a:bodyPr vert="horz" lIns="161996" tIns="80998" rIns="161996" bIns="80998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defRPr/>
              </a:pPr>
              <a:r>
                <a:rPr lang="zh-CN" altLang="en-US" sz="2480" b="1" noProof="1"/>
                <a:t>时域序列</a:t>
              </a:r>
              <a:r>
                <a:rPr lang="en-US" altLang="zh-CN" sz="2480" b="1" noProof="1"/>
                <a:t>[True]</a:t>
              </a:r>
              <a:endParaRPr lang="zh-CN" altLang="en-US" sz="2480" b="1" noProof="1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D23AD98-831A-4B2E-97AF-F06DD1EFB71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94" y="4006147"/>
              <a:ext cx="0" cy="24639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0F7ECF26-C692-4E5A-A6B9-35B4F90302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373923" y="2927922"/>
              <a:ext cx="1231611" cy="14810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7760A710-12B0-481F-A552-A9E597D621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54400" y="4074260"/>
              <a:ext cx="1262426" cy="12208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FE3CEF8-B661-47A7-8B3D-D7B020D0114E}"/>
                </a:ext>
              </a:extLst>
            </p:cNvPr>
            <p:cNvSpPr/>
            <p:nvPr/>
          </p:nvSpPr>
          <p:spPr>
            <a:xfrm>
              <a:off x="5765692" y="4252546"/>
              <a:ext cx="3511658" cy="6818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80" dirty="0"/>
                <a:t>数据采集器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9D94B9FA-13CD-43AA-91F2-AC18A0A56666}"/>
                </a:ext>
              </a:extLst>
            </p:cNvPr>
            <p:cNvCxnSpPr>
              <a:cxnSpLocks/>
            </p:cNvCxnSpPr>
            <p:nvPr/>
          </p:nvCxnSpPr>
          <p:spPr>
            <a:xfrm>
              <a:off x="6193937" y="4986241"/>
              <a:ext cx="0" cy="22991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2D1FA3A-2D48-4DF8-8554-8CFACD9DC070}"/>
                </a:ext>
              </a:extLst>
            </p:cNvPr>
            <p:cNvCxnSpPr>
              <a:cxnSpLocks/>
            </p:cNvCxnSpPr>
            <p:nvPr/>
          </p:nvCxnSpPr>
          <p:spPr>
            <a:xfrm>
              <a:off x="8945965" y="4986241"/>
              <a:ext cx="0" cy="22991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圆角矩形 18">
              <a:extLst>
                <a:ext uri="{FF2B5EF4-FFF2-40B4-BE49-F238E27FC236}">
                  <a16:creationId xmlns:a16="http://schemas.microsoft.com/office/drawing/2014/main" id="{FAF9A8D3-DDF9-48BA-AC28-83A8AC20E1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922080" y="2172974"/>
              <a:ext cx="8764970" cy="3835129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33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65DC41C7-A03C-DA4C-C3F7-B1F71C9D9E8F}"/>
              </a:ext>
            </a:extLst>
          </p:cNvPr>
          <p:cNvSpPr txBox="1"/>
          <p:nvPr/>
        </p:nvSpPr>
        <p:spPr>
          <a:xfrm>
            <a:off x="8599648" y="7849791"/>
            <a:ext cx="11624878" cy="17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测试对象：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MTSS-1001 </a:t>
            </a:r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反应腔（俄罗斯）的频率响应测量的位置是电流转电压级的输出，不包含二次放大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542" kern="0" dirty="0" err="1">
                <a:ea typeface="等线" panose="02010600030101010101" pitchFamily="2" charset="-122"/>
                <a:cs typeface="Times New Roman" panose="02020603050405020304" pitchFamily="18" charset="0"/>
              </a:rPr>
              <a:t>Ws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测试条件：</a:t>
            </a:r>
            <a:r>
              <a:rPr lang="en-US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0.2~2.2</a:t>
            </a:r>
            <a:r>
              <a:rPr lang="zh-CN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震级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847DC36D-0DE2-667E-2E2E-09835462F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551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8326-6F56-D188-EE01-BBFA165F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 title="fig:">
            <a:extLst>
              <a:ext uri="{FF2B5EF4-FFF2-40B4-BE49-F238E27FC236}">
                <a16:creationId xmlns:a16="http://schemas.microsoft.com/office/drawing/2014/main" id="{FCF9F44D-9EF8-FA16-7A5B-77F1E79B949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962244" y="6618859"/>
            <a:ext cx="8571674" cy="64938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25B8F21A-E8CA-2D6F-274C-DFBA51EAE03A}"/>
              </a:ext>
            </a:extLst>
          </p:cNvPr>
          <p:cNvSpPr txBox="1">
            <a:spLocks/>
          </p:cNvSpPr>
          <p:nvPr/>
        </p:nvSpPr>
        <p:spPr>
          <a:xfrm>
            <a:off x="8156407" y="3290848"/>
            <a:ext cx="18460913" cy="1310924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496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496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电化学检波器的频率响应非线性测量</a:t>
            </a:r>
            <a:endParaRPr lang="zh-CN" altLang="en-US" sz="4960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74225117-7BB7-53D0-82B6-007C1D7A7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6517B6-1B38-AD8A-07A9-FAA68A8DAA1B}"/>
              </a:ext>
            </a:extLst>
          </p:cNvPr>
          <p:cNvSpPr txBox="1"/>
          <p:nvPr/>
        </p:nvSpPr>
        <p:spPr>
          <a:xfrm>
            <a:off x="8214182" y="5734270"/>
            <a:ext cx="13005568" cy="254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dirty="0">
                <a:solidFill>
                  <a:srgbClr val="FF0000"/>
                </a:solidFill>
              </a:rPr>
              <a:t>问题描述：</a:t>
            </a:r>
            <a:r>
              <a:rPr lang="en-US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MET 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表现出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幅度依赖的非线性行为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。为了深入研究其非线性特性，需要对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不同振幅下的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传感器输出进行数据采集。</a:t>
            </a:r>
          </a:p>
          <a:p>
            <a:endParaRPr lang="en-US" altLang="zh-CN" sz="4252" dirty="0">
              <a:solidFill>
                <a:srgbClr val="FF0000"/>
              </a:solidFill>
            </a:endParaRPr>
          </a:p>
          <a:p>
            <a:endParaRPr lang="zh-CN" altLang="en-US" sz="4252" dirty="0">
              <a:solidFill>
                <a:srgbClr val="FF0000"/>
              </a:solidFill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7A3BEE47-53BD-2150-5E05-17A3961B7DFE}"/>
              </a:ext>
            </a:extLst>
          </p:cNvPr>
          <p:cNvSpPr/>
          <p:nvPr/>
        </p:nvSpPr>
        <p:spPr>
          <a:xfrm rot="16200000">
            <a:off x="22692768" y="9435295"/>
            <a:ext cx="4235156" cy="420958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B5B110-14B5-DEB3-E9FF-E1A7E303139D}"/>
              </a:ext>
            </a:extLst>
          </p:cNvPr>
          <p:cNvSpPr txBox="1"/>
          <p:nvPr/>
        </p:nvSpPr>
        <p:spPr>
          <a:xfrm>
            <a:off x="24994504" y="10545842"/>
            <a:ext cx="5753498" cy="2318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rgbClr val="FF0000"/>
                </a:solidFill>
              </a:rPr>
              <a:t>震级提升</a:t>
            </a:r>
            <a:endParaRPr lang="en-US" altLang="zh-CN" sz="7232" dirty="0">
              <a:solidFill>
                <a:srgbClr val="FF0000"/>
              </a:solidFill>
            </a:endParaRPr>
          </a:p>
          <a:p>
            <a:r>
              <a:rPr lang="zh-CN" altLang="en-US" sz="7232" dirty="0">
                <a:solidFill>
                  <a:srgbClr val="FF0000"/>
                </a:solidFill>
              </a:rPr>
              <a:t>谐振峰值上升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35B341-05B6-7238-EBC3-107F712D2575}"/>
              </a:ext>
            </a:extLst>
          </p:cNvPr>
          <p:cNvSpPr txBox="1"/>
          <p:nvPr/>
        </p:nvSpPr>
        <p:spPr>
          <a:xfrm>
            <a:off x="8599648" y="9865783"/>
            <a:ext cx="11624878" cy="281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测试结果：随着震级的上升，出现了：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谐振的幅度增加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中心频率右移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MET</a:t>
            </a: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具有</a:t>
            </a:r>
            <a:r>
              <a:rPr lang="zh-CN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明显的非线性</a:t>
            </a:r>
            <a:endParaRPr lang="zh-CN" altLang="en-US" sz="3542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E5FBC4-7819-232B-42F8-B64EE976371C}"/>
              </a:ext>
            </a:extLst>
          </p:cNvPr>
          <p:cNvSpPr txBox="1"/>
          <p:nvPr/>
        </p:nvSpPr>
        <p:spPr>
          <a:xfrm>
            <a:off x="8599648" y="7849791"/>
            <a:ext cx="11624878" cy="17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测试对象：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MTSS-1001 </a:t>
            </a:r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反应腔（俄罗斯）的频率响应测量的位置是电流转电压级的输出，不包含二次放大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542" kern="0" dirty="0" err="1">
                <a:ea typeface="等线" panose="02010600030101010101" pitchFamily="2" charset="-122"/>
                <a:cs typeface="Times New Roman" panose="02020603050405020304" pitchFamily="18" charset="0"/>
              </a:rPr>
              <a:t>Ws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测试条件：</a:t>
            </a:r>
            <a:r>
              <a:rPr lang="en-US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0.2~2.2</a:t>
            </a:r>
            <a:r>
              <a:rPr lang="zh-CN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震级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379CBD17-7F0A-9BB0-6717-A88C765B2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441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4B28-C1A0-4F85-0EE7-16C34381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0F980FF-A0CC-CAC3-9931-8C136264BD9B}"/>
              </a:ext>
            </a:extLst>
          </p:cNvPr>
          <p:cNvSpPr txBox="1">
            <a:spLocks/>
          </p:cNvSpPr>
          <p:nvPr/>
        </p:nvSpPr>
        <p:spPr>
          <a:xfrm>
            <a:off x="8156407" y="3290848"/>
            <a:ext cx="18460913" cy="1310924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4960" dirty="0"/>
              <a:t>1. </a:t>
            </a:r>
            <a:r>
              <a:rPr lang="zh-CN" altLang="en-US" sz="4960" dirty="0"/>
              <a:t>电化学检波器的频率响应非线性测量</a:t>
            </a:r>
            <a:endParaRPr lang="zh-CN" altLang="en-US" sz="4960" noProof="1">
              <a:solidFill>
                <a:srgbClr val="000099"/>
              </a:solidFill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3262B016-5CBA-8309-D1DC-FC06EE9B7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96A448-ACD9-99CC-D1B5-A973DB8B7A46}"/>
              </a:ext>
            </a:extLst>
          </p:cNvPr>
          <p:cNvSpPr txBox="1"/>
          <p:nvPr/>
        </p:nvSpPr>
        <p:spPr>
          <a:xfrm>
            <a:off x="8214182" y="5734270"/>
            <a:ext cx="13005568" cy="254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dirty="0">
                <a:solidFill>
                  <a:srgbClr val="FF0000"/>
                </a:solidFill>
              </a:rPr>
              <a:t>问题描述：</a:t>
            </a:r>
            <a:r>
              <a:rPr lang="en-US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MET 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表现出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幅度依赖的非线性行为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。为了深入研究其非线性特性，需要对</a:t>
            </a:r>
            <a:r>
              <a:rPr lang="zh-CN" altLang="zh-CN" sz="3188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不同振幅下的</a:t>
            </a:r>
            <a:r>
              <a:rPr lang="zh-CN" altLang="zh-CN" sz="3188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传感器输出进行数据采集。</a:t>
            </a:r>
          </a:p>
          <a:p>
            <a:endParaRPr lang="en-US" altLang="zh-CN" sz="4252" dirty="0">
              <a:solidFill>
                <a:srgbClr val="FF0000"/>
              </a:solidFill>
            </a:endParaRPr>
          </a:p>
          <a:p>
            <a:endParaRPr lang="zh-CN" altLang="en-US" sz="4252" dirty="0">
              <a:solidFill>
                <a:srgbClr val="FF0000"/>
              </a:solidFill>
            </a:endParaRPr>
          </a:p>
        </p:txBody>
      </p:sp>
      <p:pic>
        <p:nvPicPr>
          <p:cNvPr id="2" name="Picture" title="fig:">
            <a:extLst>
              <a:ext uri="{FF2B5EF4-FFF2-40B4-BE49-F238E27FC236}">
                <a16:creationId xmlns:a16="http://schemas.microsoft.com/office/drawing/2014/main" id="{87784DE6-3CA3-2581-4ADB-66B2DD444E8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962244" y="6618859"/>
            <a:ext cx="8571674" cy="64938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箭头: 下 3">
            <a:extLst>
              <a:ext uri="{FF2B5EF4-FFF2-40B4-BE49-F238E27FC236}">
                <a16:creationId xmlns:a16="http://schemas.microsoft.com/office/drawing/2014/main" id="{2988A874-E8DB-6B58-4FE2-2810925CD2EE}"/>
              </a:ext>
            </a:extLst>
          </p:cNvPr>
          <p:cNvSpPr/>
          <p:nvPr/>
        </p:nvSpPr>
        <p:spPr>
          <a:xfrm>
            <a:off x="23688894" y="8891143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76637966-3A96-99CD-F380-D7D64E4497F2}"/>
              </a:ext>
            </a:extLst>
          </p:cNvPr>
          <p:cNvSpPr/>
          <p:nvPr/>
        </p:nvSpPr>
        <p:spPr>
          <a:xfrm>
            <a:off x="23870504" y="8416381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1F5E71F0-F020-DC07-1971-DBE865CD415C}"/>
              </a:ext>
            </a:extLst>
          </p:cNvPr>
          <p:cNvSpPr/>
          <p:nvPr/>
        </p:nvSpPr>
        <p:spPr>
          <a:xfrm>
            <a:off x="24066473" y="8048007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B7E77949-02C6-104D-B293-4C486D22CE88}"/>
              </a:ext>
            </a:extLst>
          </p:cNvPr>
          <p:cNvSpPr/>
          <p:nvPr/>
        </p:nvSpPr>
        <p:spPr>
          <a:xfrm>
            <a:off x="24397173" y="7573247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 dirty="0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91DFAD9F-3139-A7CD-45E0-4F012AA53421}"/>
              </a:ext>
            </a:extLst>
          </p:cNvPr>
          <p:cNvSpPr/>
          <p:nvPr/>
        </p:nvSpPr>
        <p:spPr>
          <a:xfrm>
            <a:off x="24687241" y="7335861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0FE18C33-44E0-6E56-99BB-37E2103666FC}"/>
              </a:ext>
            </a:extLst>
          </p:cNvPr>
          <p:cNvSpPr/>
          <p:nvPr/>
        </p:nvSpPr>
        <p:spPr>
          <a:xfrm>
            <a:off x="25068120" y="7071514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5867DE91-D389-1C53-9FE1-30E2063BF2A7}"/>
              </a:ext>
            </a:extLst>
          </p:cNvPr>
          <p:cNvSpPr/>
          <p:nvPr/>
        </p:nvSpPr>
        <p:spPr>
          <a:xfrm>
            <a:off x="25449000" y="6861101"/>
            <a:ext cx="181609" cy="47476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4D6D6E-3698-8465-90F9-84DB2C3D012B}"/>
              </a:ext>
            </a:extLst>
          </p:cNvPr>
          <p:cNvSpPr txBox="1"/>
          <p:nvPr/>
        </p:nvSpPr>
        <p:spPr>
          <a:xfrm>
            <a:off x="22329745" y="10557435"/>
            <a:ext cx="4896617" cy="3431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232" dirty="0">
                <a:solidFill>
                  <a:srgbClr val="FF0000"/>
                </a:solidFill>
              </a:rPr>
              <a:t>震级提升，中心频率右移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3D501F64-E46A-1E14-ECC7-D6A618ED7D04}"/>
              </a:ext>
            </a:extLst>
          </p:cNvPr>
          <p:cNvSpPr/>
          <p:nvPr/>
        </p:nvSpPr>
        <p:spPr>
          <a:xfrm>
            <a:off x="22660473" y="9967568"/>
            <a:ext cx="4235156" cy="420958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9F0EEE-A853-8718-9C98-308BE8B54724}"/>
              </a:ext>
            </a:extLst>
          </p:cNvPr>
          <p:cNvSpPr txBox="1"/>
          <p:nvPr/>
        </p:nvSpPr>
        <p:spPr>
          <a:xfrm>
            <a:off x="8599648" y="9865783"/>
            <a:ext cx="11624878" cy="281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测试结果：随着震级的上升，出现了：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谐振的幅度增加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中心频率右移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MET</a:t>
            </a:r>
            <a:r>
              <a:rPr lang="zh-CN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具有</a:t>
            </a:r>
            <a:r>
              <a:rPr lang="zh-CN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明显的非线性</a:t>
            </a:r>
            <a:endParaRPr lang="zh-CN" altLang="en-US" sz="3542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1F24FA-594A-0568-E6BF-71F6BE2A5247}"/>
              </a:ext>
            </a:extLst>
          </p:cNvPr>
          <p:cNvSpPr txBox="1"/>
          <p:nvPr/>
        </p:nvSpPr>
        <p:spPr>
          <a:xfrm>
            <a:off x="8599648" y="7849791"/>
            <a:ext cx="11624878" cy="17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测试对象：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MTSS-1001 </a:t>
            </a:r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反应腔（俄罗斯）的频率响应测量的位置是电流转电压级的输出，不包含二次放大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542" kern="0" dirty="0" err="1">
                <a:ea typeface="等线" panose="02010600030101010101" pitchFamily="2" charset="-122"/>
                <a:cs typeface="Times New Roman" panose="02020603050405020304" pitchFamily="18" charset="0"/>
              </a:rPr>
              <a:t>Ws</a:t>
            </a:r>
            <a:r>
              <a:rPr lang="en-US" altLang="zh-CN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3542" kern="0" dirty="0">
                <a:ea typeface="等线" panose="02010600030101010101" pitchFamily="2" charset="-122"/>
                <a:cs typeface="Times New Roman" panose="02020603050405020304" pitchFamily="18" charset="0"/>
              </a:rPr>
              <a:t>测试条件：</a:t>
            </a:r>
            <a:r>
              <a:rPr lang="en-US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0.2~2.2</a:t>
            </a:r>
            <a:r>
              <a:rPr lang="zh-CN" altLang="zh-CN" sz="354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震级</a:t>
            </a:r>
            <a:endParaRPr lang="en-US" altLang="zh-CN" sz="3542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150107A6-8205-CE58-5FB8-008D92D3A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2590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30542FC-7F0D-4B6B-9542-26A05EC40CB1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AD39801C-3B93-48DF-9737-38C57D3F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EF82B2-D484-CDF5-09F2-61941A7B5766}"/>
              </a:ext>
            </a:extLst>
          </p:cNvPr>
          <p:cNvSpPr txBox="1"/>
          <p:nvPr/>
        </p:nvSpPr>
        <p:spPr>
          <a:xfrm>
            <a:off x="8435930" y="5303555"/>
            <a:ext cx="20210744" cy="96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668" dirty="0"/>
              <a:t>基于神经网络的非线性模型</a:t>
            </a:r>
            <a:endParaRPr lang="zh-CN" altLang="en-US" sz="7232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EA2868-6857-AC51-1011-55CD46091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9682" y="7678643"/>
            <a:ext cx="1275415" cy="1194908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5E7D67B1-8E1C-E401-BED2-E2952F291630}"/>
              </a:ext>
            </a:extLst>
          </p:cNvPr>
          <p:cNvSpPr/>
          <p:nvPr/>
        </p:nvSpPr>
        <p:spPr>
          <a:xfrm>
            <a:off x="17662712" y="8142947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8CF6E37-3C6A-08B1-0FFE-29D152D62BC4}"/>
              </a:ext>
            </a:extLst>
          </p:cNvPr>
          <p:cNvSpPr/>
          <p:nvPr/>
        </p:nvSpPr>
        <p:spPr>
          <a:xfrm>
            <a:off x="19847031" y="8097269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8073E0-22D0-BE6D-FED2-68FEB7C8B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062" y="7602379"/>
            <a:ext cx="1102748" cy="10840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073B65-FA1D-4DAF-5994-17C9610DE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3656" y="7555231"/>
            <a:ext cx="1102748" cy="1084066"/>
          </a:xfrm>
          <a:prstGeom prst="rect">
            <a:avLst/>
          </a:prstGeom>
        </p:spPr>
      </p:pic>
      <p:sp>
        <p:nvSpPr>
          <p:cNvPr id="11" name="标题 802817">
            <a:extLst>
              <a:ext uri="{FF2B5EF4-FFF2-40B4-BE49-F238E27FC236}">
                <a16:creationId xmlns:a16="http://schemas.microsoft.com/office/drawing/2014/main" id="{A95F1AE4-B01D-92C2-D57F-CAFCB2935356}"/>
              </a:ext>
            </a:extLst>
          </p:cNvPr>
          <p:cNvSpPr txBox="1">
            <a:spLocks/>
          </p:cNvSpPr>
          <p:nvPr/>
        </p:nvSpPr>
        <p:spPr>
          <a:xfrm>
            <a:off x="14521674" y="5974741"/>
            <a:ext cx="4524997" cy="1601519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多震级的扫频震动信号</a:t>
            </a:r>
          </a:p>
        </p:txBody>
      </p:sp>
      <p:sp>
        <p:nvSpPr>
          <p:cNvPr id="12" name="标题 802817">
            <a:extLst>
              <a:ext uri="{FF2B5EF4-FFF2-40B4-BE49-F238E27FC236}">
                <a16:creationId xmlns:a16="http://schemas.microsoft.com/office/drawing/2014/main" id="{A1FAE7FB-3272-63A0-DC86-564C8E24D8D4}"/>
              </a:ext>
            </a:extLst>
          </p:cNvPr>
          <p:cNvSpPr txBox="1">
            <a:spLocks/>
          </p:cNvSpPr>
          <p:nvPr/>
        </p:nvSpPr>
        <p:spPr>
          <a:xfrm>
            <a:off x="20219379" y="6272631"/>
            <a:ext cx="3384026" cy="1084066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 fontScale="55000" lnSpcReduction="20000"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32" noProof="1"/>
              <a:t>检波器输出信号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13E825-CF84-43B9-E5EC-016777421DAD}"/>
              </a:ext>
            </a:extLst>
          </p:cNvPr>
          <p:cNvSpPr/>
          <p:nvPr/>
        </p:nvSpPr>
        <p:spPr>
          <a:xfrm>
            <a:off x="12352585" y="7589897"/>
            <a:ext cx="2418657" cy="1207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振动测试台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579B685-4F4A-186B-C360-496A68328E85}"/>
              </a:ext>
            </a:extLst>
          </p:cNvPr>
          <p:cNvSpPr/>
          <p:nvPr/>
        </p:nvSpPr>
        <p:spPr>
          <a:xfrm>
            <a:off x="15123396" y="8142948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858E964-532B-1FCA-D81B-E5F6188A8251}"/>
              </a:ext>
            </a:extLst>
          </p:cNvPr>
          <p:cNvCxnSpPr>
            <a:cxnSpLocks/>
          </p:cNvCxnSpPr>
          <p:nvPr/>
        </p:nvCxnSpPr>
        <p:spPr>
          <a:xfrm>
            <a:off x="16677290" y="8867042"/>
            <a:ext cx="0" cy="40731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标题 802817">
            <a:extLst>
              <a:ext uri="{FF2B5EF4-FFF2-40B4-BE49-F238E27FC236}">
                <a16:creationId xmlns:a16="http://schemas.microsoft.com/office/drawing/2014/main" id="{06D6ABFD-9F47-4EFB-2DE0-7A62409BD0F0}"/>
              </a:ext>
            </a:extLst>
          </p:cNvPr>
          <p:cNvSpPr txBox="1">
            <a:spLocks/>
          </p:cNvSpPr>
          <p:nvPr/>
        </p:nvSpPr>
        <p:spPr>
          <a:xfrm>
            <a:off x="15779523" y="10820431"/>
            <a:ext cx="3090095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[Input]</a:t>
            </a:r>
            <a:endParaRPr lang="zh-CN" altLang="en-US" sz="3188" b="1" noProof="1"/>
          </a:p>
        </p:txBody>
      </p:sp>
      <p:sp>
        <p:nvSpPr>
          <p:cNvPr id="19" name="标题 802817">
            <a:extLst>
              <a:ext uri="{FF2B5EF4-FFF2-40B4-BE49-F238E27FC236}">
                <a16:creationId xmlns:a16="http://schemas.microsoft.com/office/drawing/2014/main" id="{81444281-F0B7-24D2-EC52-A111325902AE}"/>
              </a:ext>
            </a:extLst>
          </p:cNvPr>
          <p:cNvSpPr txBox="1">
            <a:spLocks/>
          </p:cNvSpPr>
          <p:nvPr/>
        </p:nvSpPr>
        <p:spPr>
          <a:xfrm>
            <a:off x="20452803" y="10797806"/>
            <a:ext cx="3090095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[True]</a:t>
            </a:r>
            <a:endParaRPr lang="zh-CN" altLang="en-US" sz="3188" b="1" noProof="1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1958AF-B086-B947-9F77-29BF228DD7A4}"/>
              </a:ext>
            </a:extLst>
          </p:cNvPr>
          <p:cNvSpPr/>
          <p:nvPr/>
        </p:nvSpPr>
        <p:spPr>
          <a:xfrm>
            <a:off x="17595365" y="12131379"/>
            <a:ext cx="2902606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神经网络模型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BF36A72-D80F-A37A-FDBF-89F32B1A7D5E}"/>
              </a:ext>
            </a:extLst>
          </p:cNvPr>
          <p:cNvCxnSpPr>
            <a:cxnSpLocks/>
          </p:cNvCxnSpPr>
          <p:nvPr/>
        </p:nvCxnSpPr>
        <p:spPr>
          <a:xfrm>
            <a:off x="21327882" y="8837832"/>
            <a:ext cx="0" cy="436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0622A1F-D3A1-A8E2-7246-278798711769}"/>
              </a:ext>
            </a:extLst>
          </p:cNvPr>
          <p:cNvSpPr/>
          <p:nvPr/>
        </p:nvSpPr>
        <p:spPr>
          <a:xfrm rot="1632974">
            <a:off x="16688363" y="12067572"/>
            <a:ext cx="696294" cy="216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8F493FFB-23FA-2F03-9FBA-165B8EFA8597}"/>
              </a:ext>
            </a:extLst>
          </p:cNvPr>
          <p:cNvSpPr/>
          <p:nvPr/>
        </p:nvSpPr>
        <p:spPr>
          <a:xfrm>
            <a:off x="20856530" y="12553929"/>
            <a:ext cx="696294" cy="216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26" name="标题 802817">
            <a:extLst>
              <a:ext uri="{FF2B5EF4-FFF2-40B4-BE49-F238E27FC236}">
                <a16:creationId xmlns:a16="http://schemas.microsoft.com/office/drawing/2014/main" id="{9A08E659-E74E-63F4-B4DF-1B809B5DEBFE}"/>
              </a:ext>
            </a:extLst>
          </p:cNvPr>
          <p:cNvSpPr txBox="1">
            <a:spLocks/>
          </p:cNvSpPr>
          <p:nvPr/>
        </p:nvSpPr>
        <p:spPr>
          <a:xfrm>
            <a:off x="21575971" y="12155636"/>
            <a:ext cx="4308437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[Predicted]</a:t>
            </a:r>
            <a:endParaRPr lang="zh-CN" altLang="en-US" sz="3188" b="1" noProof="1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B353431-E2F7-8B25-453B-E06681E6A73F}"/>
              </a:ext>
            </a:extLst>
          </p:cNvPr>
          <p:cNvSpPr/>
          <p:nvPr/>
        </p:nvSpPr>
        <p:spPr>
          <a:xfrm>
            <a:off x="25744068" y="11268382"/>
            <a:ext cx="2902606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损失函数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AD3C01-AF74-6C98-E6C5-1123A3F44DAA}"/>
              </a:ext>
            </a:extLst>
          </p:cNvPr>
          <p:cNvCxnSpPr>
            <a:cxnSpLocks/>
          </p:cNvCxnSpPr>
          <p:nvPr/>
        </p:nvCxnSpPr>
        <p:spPr>
          <a:xfrm>
            <a:off x="23334359" y="11369098"/>
            <a:ext cx="2281724" cy="2524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73C4AD-FA9E-FF72-BCC0-F4C0A42C3AD5}"/>
              </a:ext>
            </a:extLst>
          </p:cNvPr>
          <p:cNvCxnSpPr>
            <a:cxnSpLocks/>
          </p:cNvCxnSpPr>
          <p:nvPr/>
        </p:nvCxnSpPr>
        <p:spPr>
          <a:xfrm flipV="1">
            <a:off x="25346089" y="12131388"/>
            <a:ext cx="269994" cy="4225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E9ED9DE-0E5A-DAFD-2C49-FF1395D1AAE0}"/>
              </a:ext>
            </a:extLst>
          </p:cNvPr>
          <p:cNvCxnSpPr>
            <a:cxnSpLocks/>
            <a:stCxn id="27" idx="2"/>
            <a:endCxn id="22" idx="2"/>
          </p:cNvCxnSpPr>
          <p:nvPr/>
        </p:nvCxnSpPr>
        <p:spPr>
          <a:xfrm rot="5400000">
            <a:off x="22689522" y="8643544"/>
            <a:ext cx="862998" cy="8148701"/>
          </a:xfrm>
          <a:prstGeom prst="bentConnector3">
            <a:avLst>
              <a:gd name="adj1" fmla="val 20558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标题 802817">
            <a:extLst>
              <a:ext uri="{FF2B5EF4-FFF2-40B4-BE49-F238E27FC236}">
                <a16:creationId xmlns:a16="http://schemas.microsoft.com/office/drawing/2014/main" id="{A67C4A20-E914-5EE8-3C93-0D60566B456F}"/>
              </a:ext>
            </a:extLst>
          </p:cNvPr>
          <p:cNvSpPr txBox="1">
            <a:spLocks/>
          </p:cNvSpPr>
          <p:nvPr/>
        </p:nvSpPr>
        <p:spPr>
          <a:xfrm>
            <a:off x="23730191" y="13422612"/>
            <a:ext cx="1108031" cy="744801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188" b="1" noProof="1"/>
              <a:t>Loss</a:t>
            </a:r>
            <a:endParaRPr lang="zh-CN" altLang="en-US" sz="3188" b="1" noProof="1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E834B5D-A4AD-116D-150F-C46BC29CF01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09702" y="6927636"/>
            <a:ext cx="2181940" cy="2623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552555C-1E91-FCCD-3B80-567FD309231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86862" y="8958497"/>
            <a:ext cx="2236533" cy="2162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E7BA6FBD-CA6C-EADB-FBE7-1AEFEF378B08}"/>
              </a:ext>
            </a:extLst>
          </p:cNvPr>
          <p:cNvSpPr/>
          <p:nvPr/>
        </p:nvSpPr>
        <p:spPr>
          <a:xfrm>
            <a:off x="15918608" y="9274355"/>
            <a:ext cx="6221306" cy="1207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数据采集器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B61693E-BE1A-2A5A-E129-9051ADBD36B1}"/>
              </a:ext>
            </a:extLst>
          </p:cNvPr>
          <p:cNvCxnSpPr>
            <a:cxnSpLocks/>
          </p:cNvCxnSpPr>
          <p:nvPr/>
        </p:nvCxnSpPr>
        <p:spPr>
          <a:xfrm>
            <a:off x="16677290" y="10574187"/>
            <a:ext cx="0" cy="40731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044C5CF-3C9F-2D16-9B8C-9779B526B90B}"/>
              </a:ext>
            </a:extLst>
          </p:cNvPr>
          <p:cNvCxnSpPr>
            <a:cxnSpLocks/>
          </p:cNvCxnSpPr>
          <p:nvPr/>
        </p:nvCxnSpPr>
        <p:spPr>
          <a:xfrm>
            <a:off x="21552823" y="10574187"/>
            <a:ext cx="0" cy="40731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6D3038C-E4F9-7336-6741-3A8872D7E150}"/>
              </a:ext>
            </a:extLst>
          </p:cNvPr>
          <p:cNvSpPr/>
          <p:nvPr/>
        </p:nvSpPr>
        <p:spPr>
          <a:xfrm>
            <a:off x="21831120" y="13476627"/>
            <a:ext cx="1503249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训练</a:t>
            </a:r>
          </a:p>
        </p:txBody>
      </p:sp>
      <p:sp>
        <p:nvSpPr>
          <p:cNvPr id="38" name="圆角矩形 18">
            <a:extLst>
              <a:ext uri="{FF2B5EF4-FFF2-40B4-BE49-F238E27FC236}">
                <a16:creationId xmlns:a16="http://schemas.microsoft.com/office/drawing/2014/main" id="{AE08BC9B-9DDC-AB4E-735F-9F808553248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384962" y="6346119"/>
            <a:ext cx="19612800" cy="831503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42" dirty="0">
              <a:solidFill>
                <a:schemeClr val="tx1"/>
              </a:solidFill>
            </a:endParaRPr>
          </a:p>
        </p:txBody>
      </p:sp>
      <p:pic>
        <p:nvPicPr>
          <p:cNvPr id="13" name="Picture 2" descr="C:\Users\Administrator\Desktop\jd-xhh.jpg">
            <a:extLst>
              <a:ext uri="{FF2B5EF4-FFF2-40B4-BE49-F238E27FC236}">
                <a16:creationId xmlns:a16="http://schemas.microsoft.com/office/drawing/2014/main" id="{BC24A3DC-E1F6-CBD5-64D2-29EDB08A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237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EA2868-6857-AC51-1011-55CD4609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824" y="5659061"/>
            <a:ext cx="1941819" cy="1819247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5E7D67B1-8E1C-E401-BED2-E2952F291630}"/>
              </a:ext>
            </a:extLst>
          </p:cNvPr>
          <p:cNvSpPr/>
          <p:nvPr/>
        </p:nvSpPr>
        <p:spPr>
          <a:xfrm rot="19676031">
            <a:off x="16145294" y="6982333"/>
            <a:ext cx="1099801" cy="214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8CF6E37-3C6A-08B1-0FFE-29D152D62BC4}"/>
              </a:ext>
            </a:extLst>
          </p:cNvPr>
          <p:cNvSpPr/>
          <p:nvPr/>
        </p:nvSpPr>
        <p:spPr>
          <a:xfrm>
            <a:off x="19504709" y="6498311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8073E0-22D0-BE6D-FED2-68FEB7C8B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521" y="6822434"/>
            <a:ext cx="1102748" cy="10840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073B65-FA1D-4DAF-5994-17C9610DE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7557" y="5989083"/>
            <a:ext cx="1102748" cy="1084066"/>
          </a:xfrm>
          <a:prstGeom prst="rect">
            <a:avLst/>
          </a:prstGeom>
        </p:spPr>
      </p:pic>
      <p:sp>
        <p:nvSpPr>
          <p:cNvPr id="11" name="标题 802817">
            <a:extLst>
              <a:ext uri="{FF2B5EF4-FFF2-40B4-BE49-F238E27FC236}">
                <a16:creationId xmlns:a16="http://schemas.microsoft.com/office/drawing/2014/main" id="{A95F1AE4-B01D-92C2-D57F-CAFCB2935356}"/>
              </a:ext>
            </a:extLst>
          </p:cNvPr>
          <p:cNvSpPr txBox="1">
            <a:spLocks/>
          </p:cNvSpPr>
          <p:nvPr/>
        </p:nvSpPr>
        <p:spPr>
          <a:xfrm>
            <a:off x="13096458" y="9558059"/>
            <a:ext cx="4524997" cy="1601519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多震级的扫频震动信号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579B685-4F4A-186B-C360-496A68328E85}"/>
              </a:ext>
            </a:extLst>
          </p:cNvPr>
          <p:cNvSpPr/>
          <p:nvPr/>
        </p:nvSpPr>
        <p:spPr>
          <a:xfrm>
            <a:off x="13792467" y="7284331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7" name="标题 802817">
            <a:extLst>
              <a:ext uri="{FF2B5EF4-FFF2-40B4-BE49-F238E27FC236}">
                <a16:creationId xmlns:a16="http://schemas.microsoft.com/office/drawing/2014/main" id="{06D6ABFD-9F47-4EFB-2DE0-7A62409BD0F0}"/>
              </a:ext>
            </a:extLst>
          </p:cNvPr>
          <p:cNvSpPr txBox="1">
            <a:spLocks/>
          </p:cNvSpPr>
          <p:nvPr/>
        </p:nvSpPr>
        <p:spPr>
          <a:xfrm>
            <a:off x="13734611" y="9115373"/>
            <a:ext cx="3090095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[Input]</a:t>
            </a:r>
            <a:endParaRPr lang="zh-CN" altLang="en-US" sz="3188" b="1" noProof="1"/>
          </a:p>
        </p:txBody>
      </p:sp>
      <p:sp>
        <p:nvSpPr>
          <p:cNvPr id="19" name="标题 802817">
            <a:extLst>
              <a:ext uri="{FF2B5EF4-FFF2-40B4-BE49-F238E27FC236}">
                <a16:creationId xmlns:a16="http://schemas.microsoft.com/office/drawing/2014/main" id="{81444281-F0B7-24D2-EC52-A111325902AE}"/>
              </a:ext>
            </a:extLst>
          </p:cNvPr>
          <p:cNvSpPr txBox="1">
            <a:spLocks/>
          </p:cNvSpPr>
          <p:nvPr/>
        </p:nvSpPr>
        <p:spPr>
          <a:xfrm>
            <a:off x="22458438" y="5201812"/>
            <a:ext cx="3090095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[True]</a:t>
            </a:r>
            <a:endParaRPr lang="zh-CN" altLang="en-US" sz="3188" b="1" noProof="1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1958AF-B086-B947-9F77-29BF228DD7A4}"/>
              </a:ext>
            </a:extLst>
          </p:cNvPr>
          <p:cNvSpPr/>
          <p:nvPr/>
        </p:nvSpPr>
        <p:spPr>
          <a:xfrm>
            <a:off x="17199324" y="8491327"/>
            <a:ext cx="1873978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232" dirty="0"/>
              <a:t>FRIKAN</a:t>
            </a:r>
            <a:endParaRPr lang="zh-CN" altLang="en-US" sz="7232" dirty="0"/>
          </a:p>
        </p:txBody>
      </p:sp>
      <p:sp>
        <p:nvSpPr>
          <p:cNvPr id="26" name="标题 802817">
            <a:extLst>
              <a:ext uri="{FF2B5EF4-FFF2-40B4-BE49-F238E27FC236}">
                <a16:creationId xmlns:a16="http://schemas.microsoft.com/office/drawing/2014/main" id="{9A08E659-E74E-63F4-B4DF-1B809B5DEBFE}"/>
              </a:ext>
            </a:extLst>
          </p:cNvPr>
          <p:cNvSpPr txBox="1">
            <a:spLocks/>
          </p:cNvSpPr>
          <p:nvPr/>
        </p:nvSpPr>
        <p:spPr>
          <a:xfrm>
            <a:off x="21875254" y="9586133"/>
            <a:ext cx="4308437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[Predicted]</a:t>
            </a:r>
            <a:endParaRPr lang="zh-CN" altLang="en-US" sz="3188" b="1" noProof="1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B353431-E2F7-8B25-453B-E06681E6A73F}"/>
              </a:ext>
            </a:extLst>
          </p:cNvPr>
          <p:cNvSpPr/>
          <p:nvPr/>
        </p:nvSpPr>
        <p:spPr>
          <a:xfrm>
            <a:off x="22407654" y="7191808"/>
            <a:ext cx="2902606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损失函数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73C4AD-FA9E-FF72-BCC0-F4C0A42C3AD5}"/>
              </a:ext>
            </a:extLst>
          </p:cNvPr>
          <p:cNvCxnSpPr>
            <a:cxnSpLocks/>
          </p:cNvCxnSpPr>
          <p:nvPr/>
        </p:nvCxnSpPr>
        <p:spPr>
          <a:xfrm>
            <a:off x="21716587" y="9444208"/>
            <a:ext cx="944997" cy="246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标题 802817">
            <a:extLst>
              <a:ext uri="{FF2B5EF4-FFF2-40B4-BE49-F238E27FC236}">
                <a16:creationId xmlns:a16="http://schemas.microsoft.com/office/drawing/2014/main" id="{A67C4A20-E914-5EE8-3C93-0D60566B456F}"/>
              </a:ext>
            </a:extLst>
          </p:cNvPr>
          <p:cNvSpPr txBox="1">
            <a:spLocks/>
          </p:cNvSpPr>
          <p:nvPr/>
        </p:nvSpPr>
        <p:spPr>
          <a:xfrm>
            <a:off x="26503103" y="7372880"/>
            <a:ext cx="1108031" cy="744801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188" b="1" noProof="1"/>
              <a:t>Loss</a:t>
            </a:r>
            <a:endParaRPr lang="zh-CN" altLang="en-US" sz="3188" b="1" noProof="1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044C5CF-3C9F-2D16-9B8C-9779B526B90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1387332" y="5710823"/>
            <a:ext cx="1071109" cy="4945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6D3038C-E4F9-7336-6741-3A8872D7E150}"/>
              </a:ext>
            </a:extLst>
          </p:cNvPr>
          <p:cNvSpPr/>
          <p:nvPr/>
        </p:nvSpPr>
        <p:spPr>
          <a:xfrm>
            <a:off x="19131777" y="11165958"/>
            <a:ext cx="1503249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训练</a:t>
            </a:r>
          </a:p>
        </p:txBody>
      </p:sp>
      <p:sp>
        <p:nvSpPr>
          <p:cNvPr id="41" name="标题 802817">
            <a:extLst>
              <a:ext uri="{FF2B5EF4-FFF2-40B4-BE49-F238E27FC236}">
                <a16:creationId xmlns:a16="http://schemas.microsoft.com/office/drawing/2014/main" id="{6106F9FC-F718-4DDE-B9DA-7DB14A040093}"/>
              </a:ext>
            </a:extLst>
          </p:cNvPr>
          <p:cNvSpPr txBox="1">
            <a:spLocks/>
          </p:cNvSpPr>
          <p:nvPr/>
        </p:nvSpPr>
        <p:spPr>
          <a:xfrm>
            <a:off x="17496729" y="7382860"/>
            <a:ext cx="1108031" cy="744801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188" b="1" noProof="1"/>
              <a:t>MET</a:t>
            </a:r>
            <a:endParaRPr lang="zh-CN" altLang="en-US" sz="3188" b="1" noProof="1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3E5DD5C0-A79D-4318-ACC6-72356B2F97E1}"/>
              </a:ext>
            </a:extLst>
          </p:cNvPr>
          <p:cNvSpPr/>
          <p:nvPr/>
        </p:nvSpPr>
        <p:spPr>
          <a:xfrm rot="2303463">
            <a:off x="16000960" y="8302974"/>
            <a:ext cx="1099801" cy="214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0A2DF12-397A-4D91-A749-72AAF77D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3835" y="8360143"/>
            <a:ext cx="1102748" cy="1084066"/>
          </a:xfrm>
          <a:prstGeom prst="rect">
            <a:avLst/>
          </a:prstGeom>
        </p:spPr>
      </p:pic>
      <p:sp>
        <p:nvSpPr>
          <p:cNvPr id="44" name="箭头: 右 43">
            <a:extLst>
              <a:ext uri="{FF2B5EF4-FFF2-40B4-BE49-F238E27FC236}">
                <a16:creationId xmlns:a16="http://schemas.microsoft.com/office/drawing/2014/main" id="{70A55E5A-61F2-4DF1-915C-CFE4117207B8}"/>
              </a:ext>
            </a:extLst>
          </p:cNvPr>
          <p:cNvSpPr/>
          <p:nvPr/>
        </p:nvSpPr>
        <p:spPr>
          <a:xfrm>
            <a:off x="19504709" y="8922223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AA4A75D4-A9AF-426C-8AD4-F268916EA62A}"/>
              </a:ext>
            </a:extLst>
          </p:cNvPr>
          <p:cNvSpPr/>
          <p:nvPr/>
        </p:nvSpPr>
        <p:spPr>
          <a:xfrm rot="1505465">
            <a:off x="21914045" y="6603663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8AEC31EA-5283-4D8F-85EE-91C91E1B92AE}"/>
              </a:ext>
            </a:extLst>
          </p:cNvPr>
          <p:cNvSpPr/>
          <p:nvPr/>
        </p:nvSpPr>
        <p:spPr>
          <a:xfrm rot="19701967">
            <a:off x="21921560" y="8636982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A356ACC-A0AE-476A-9989-94EA29C6778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flipH="1">
            <a:off x="15279654" y="7906498"/>
            <a:ext cx="172239" cy="120887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箭头: 右 54">
            <a:extLst>
              <a:ext uri="{FF2B5EF4-FFF2-40B4-BE49-F238E27FC236}">
                <a16:creationId xmlns:a16="http://schemas.microsoft.com/office/drawing/2014/main" id="{4402DC43-D9AA-4B17-A796-D0C5D2C06AE0}"/>
              </a:ext>
            </a:extLst>
          </p:cNvPr>
          <p:cNvSpPr/>
          <p:nvPr/>
        </p:nvSpPr>
        <p:spPr>
          <a:xfrm>
            <a:off x="25548533" y="7664856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64" name="箭头: 直角上 63">
            <a:extLst>
              <a:ext uri="{FF2B5EF4-FFF2-40B4-BE49-F238E27FC236}">
                <a16:creationId xmlns:a16="http://schemas.microsoft.com/office/drawing/2014/main" id="{5061F5B0-71BD-4BC2-92A4-83C5AFCBBC5D}"/>
              </a:ext>
            </a:extLst>
          </p:cNvPr>
          <p:cNvSpPr/>
          <p:nvPr/>
        </p:nvSpPr>
        <p:spPr>
          <a:xfrm rot="5400000" flipV="1">
            <a:off x="22083009" y="6800858"/>
            <a:ext cx="3809579" cy="6566193"/>
          </a:xfrm>
          <a:prstGeom prst="bentUpArrow">
            <a:avLst>
              <a:gd name="adj1" fmla="val 1713"/>
              <a:gd name="adj2" fmla="val 4643"/>
              <a:gd name="adj3" fmla="val 59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65" name="箭头: 直角上 64">
            <a:extLst>
              <a:ext uri="{FF2B5EF4-FFF2-40B4-BE49-F238E27FC236}">
                <a16:creationId xmlns:a16="http://schemas.microsoft.com/office/drawing/2014/main" id="{C05C5EEB-894E-4253-B5DF-998FAB1336B8}"/>
              </a:ext>
            </a:extLst>
          </p:cNvPr>
          <p:cNvSpPr/>
          <p:nvPr/>
        </p:nvSpPr>
        <p:spPr>
          <a:xfrm rot="10800000" flipV="1">
            <a:off x="17972265" y="9586134"/>
            <a:ext cx="1090954" cy="2265357"/>
          </a:xfrm>
          <a:prstGeom prst="bentUpArrow">
            <a:avLst>
              <a:gd name="adj1" fmla="val 5322"/>
              <a:gd name="adj2" fmla="val 10830"/>
              <a:gd name="adj3" fmla="val 17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5AE9C1A-DF18-45A8-9293-5D75EF98FEE7}"/>
              </a:ext>
            </a:extLst>
          </p:cNvPr>
          <p:cNvSpPr/>
          <p:nvPr/>
        </p:nvSpPr>
        <p:spPr>
          <a:xfrm>
            <a:off x="10908434" y="8758528"/>
            <a:ext cx="2418657" cy="1207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振动测试台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AD1D6616-4C24-4A91-AE0F-1776E42A300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26795" y="5803327"/>
            <a:ext cx="2181940" cy="2623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285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EA2868-6857-AC51-1011-55CD4609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224" y="5488725"/>
            <a:ext cx="1941819" cy="1819247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5E7D67B1-8E1C-E401-BED2-E2952F291630}"/>
              </a:ext>
            </a:extLst>
          </p:cNvPr>
          <p:cNvSpPr/>
          <p:nvPr/>
        </p:nvSpPr>
        <p:spPr>
          <a:xfrm rot="19676031">
            <a:off x="15014694" y="6811997"/>
            <a:ext cx="1099801" cy="214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8CF6E37-3C6A-08B1-0FFE-29D152D62BC4}"/>
              </a:ext>
            </a:extLst>
          </p:cNvPr>
          <p:cNvSpPr/>
          <p:nvPr/>
        </p:nvSpPr>
        <p:spPr>
          <a:xfrm>
            <a:off x="18074761" y="6327977"/>
            <a:ext cx="451482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8073E0-22D0-BE6D-FED2-68FEB7C8B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9921" y="6652100"/>
            <a:ext cx="1102748" cy="10840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073B65-FA1D-4DAF-5994-17C9610DE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229" y="5785937"/>
            <a:ext cx="1102748" cy="1084066"/>
          </a:xfrm>
          <a:prstGeom prst="rect">
            <a:avLst/>
          </a:prstGeom>
        </p:spPr>
      </p:pic>
      <p:sp>
        <p:nvSpPr>
          <p:cNvPr id="11" name="标题 802817">
            <a:extLst>
              <a:ext uri="{FF2B5EF4-FFF2-40B4-BE49-F238E27FC236}">
                <a16:creationId xmlns:a16="http://schemas.microsoft.com/office/drawing/2014/main" id="{A95F1AE4-B01D-92C2-D57F-CAFCB2935356}"/>
              </a:ext>
            </a:extLst>
          </p:cNvPr>
          <p:cNvSpPr txBox="1">
            <a:spLocks/>
          </p:cNvSpPr>
          <p:nvPr/>
        </p:nvSpPr>
        <p:spPr>
          <a:xfrm>
            <a:off x="11972675" y="9613057"/>
            <a:ext cx="4524997" cy="1601519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多震级的扫频震动信号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13E825-CF84-43B9-E5EC-016777421DAD}"/>
              </a:ext>
            </a:extLst>
          </p:cNvPr>
          <p:cNvSpPr/>
          <p:nvPr/>
        </p:nvSpPr>
        <p:spPr>
          <a:xfrm>
            <a:off x="9945433" y="8741141"/>
            <a:ext cx="2418657" cy="1207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振动测试台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579B685-4F4A-186B-C360-496A68328E85}"/>
              </a:ext>
            </a:extLst>
          </p:cNvPr>
          <p:cNvSpPr/>
          <p:nvPr/>
        </p:nvSpPr>
        <p:spPr>
          <a:xfrm>
            <a:off x="12661869" y="7113997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7" name="标题 802817">
            <a:extLst>
              <a:ext uri="{FF2B5EF4-FFF2-40B4-BE49-F238E27FC236}">
                <a16:creationId xmlns:a16="http://schemas.microsoft.com/office/drawing/2014/main" id="{06D6ABFD-9F47-4EFB-2DE0-7A62409BD0F0}"/>
              </a:ext>
            </a:extLst>
          </p:cNvPr>
          <p:cNvSpPr txBox="1">
            <a:spLocks/>
          </p:cNvSpPr>
          <p:nvPr/>
        </p:nvSpPr>
        <p:spPr>
          <a:xfrm>
            <a:off x="12604010" y="8945037"/>
            <a:ext cx="3090095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[Input]</a:t>
            </a:r>
            <a:endParaRPr lang="zh-CN" altLang="en-US" sz="3188" b="1" noProof="1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1958AF-B086-B947-9F77-29BF228DD7A4}"/>
              </a:ext>
            </a:extLst>
          </p:cNvPr>
          <p:cNvSpPr/>
          <p:nvPr/>
        </p:nvSpPr>
        <p:spPr>
          <a:xfrm>
            <a:off x="18746455" y="5847863"/>
            <a:ext cx="1873978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232" dirty="0"/>
              <a:t>FRIKAN</a:t>
            </a:r>
          </a:p>
          <a:p>
            <a:pPr algn="ctr"/>
            <a:r>
              <a:rPr lang="zh-CN" altLang="en-US" sz="7232" dirty="0"/>
              <a:t>补偿器</a:t>
            </a:r>
          </a:p>
        </p:txBody>
      </p:sp>
      <p:sp>
        <p:nvSpPr>
          <p:cNvPr id="26" name="标题 802817">
            <a:extLst>
              <a:ext uri="{FF2B5EF4-FFF2-40B4-BE49-F238E27FC236}">
                <a16:creationId xmlns:a16="http://schemas.microsoft.com/office/drawing/2014/main" id="{9A08E659-E74E-63F4-B4DF-1B809B5DEBFE}"/>
              </a:ext>
            </a:extLst>
          </p:cNvPr>
          <p:cNvSpPr txBox="1">
            <a:spLocks/>
          </p:cNvSpPr>
          <p:nvPr/>
        </p:nvSpPr>
        <p:spPr>
          <a:xfrm>
            <a:off x="23085173" y="4863502"/>
            <a:ext cx="5121064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[Compensated]</a:t>
            </a:r>
            <a:endParaRPr lang="zh-CN" altLang="en-US" sz="3188" b="1" noProof="1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B353431-E2F7-8B25-453B-E06681E6A73F}"/>
              </a:ext>
            </a:extLst>
          </p:cNvPr>
          <p:cNvSpPr/>
          <p:nvPr/>
        </p:nvSpPr>
        <p:spPr>
          <a:xfrm>
            <a:off x="23002750" y="6884223"/>
            <a:ext cx="2902606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损失函数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73C4AD-FA9E-FF72-BCC0-F4C0A42C3AD5}"/>
              </a:ext>
            </a:extLst>
          </p:cNvPr>
          <p:cNvCxnSpPr>
            <a:cxnSpLocks/>
          </p:cNvCxnSpPr>
          <p:nvPr/>
        </p:nvCxnSpPr>
        <p:spPr>
          <a:xfrm>
            <a:off x="22311679" y="9136622"/>
            <a:ext cx="944997" cy="246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标题 802817">
            <a:extLst>
              <a:ext uri="{FF2B5EF4-FFF2-40B4-BE49-F238E27FC236}">
                <a16:creationId xmlns:a16="http://schemas.microsoft.com/office/drawing/2014/main" id="{A67C4A20-E914-5EE8-3C93-0D60566B456F}"/>
              </a:ext>
            </a:extLst>
          </p:cNvPr>
          <p:cNvSpPr txBox="1">
            <a:spLocks/>
          </p:cNvSpPr>
          <p:nvPr/>
        </p:nvSpPr>
        <p:spPr>
          <a:xfrm>
            <a:off x="27098198" y="7065294"/>
            <a:ext cx="1108031" cy="744801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188" b="1" noProof="1"/>
              <a:t>Loss</a:t>
            </a:r>
            <a:endParaRPr lang="zh-CN" altLang="en-US" sz="3188" b="1" noProof="1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E834B5D-A4AD-116D-150F-C46BC29CF01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63794" y="5785943"/>
            <a:ext cx="2181940" cy="2623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044C5CF-3C9F-2D16-9B8C-9779B526B90B}"/>
              </a:ext>
            </a:extLst>
          </p:cNvPr>
          <p:cNvCxnSpPr>
            <a:cxnSpLocks/>
          </p:cNvCxnSpPr>
          <p:nvPr/>
        </p:nvCxnSpPr>
        <p:spPr>
          <a:xfrm flipV="1">
            <a:off x="21982427" y="5403237"/>
            <a:ext cx="1071109" cy="4945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6D3038C-E4F9-7336-6741-3A8872D7E150}"/>
              </a:ext>
            </a:extLst>
          </p:cNvPr>
          <p:cNvSpPr/>
          <p:nvPr/>
        </p:nvSpPr>
        <p:spPr>
          <a:xfrm>
            <a:off x="18001179" y="10995623"/>
            <a:ext cx="1503249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训练</a:t>
            </a:r>
          </a:p>
        </p:txBody>
      </p:sp>
      <p:sp>
        <p:nvSpPr>
          <p:cNvPr id="41" name="标题 802817">
            <a:extLst>
              <a:ext uri="{FF2B5EF4-FFF2-40B4-BE49-F238E27FC236}">
                <a16:creationId xmlns:a16="http://schemas.microsoft.com/office/drawing/2014/main" id="{6106F9FC-F718-4DDE-B9DA-7DB14A040093}"/>
              </a:ext>
            </a:extLst>
          </p:cNvPr>
          <p:cNvSpPr txBox="1">
            <a:spLocks/>
          </p:cNvSpPr>
          <p:nvPr/>
        </p:nvSpPr>
        <p:spPr>
          <a:xfrm>
            <a:off x="16366127" y="7212527"/>
            <a:ext cx="1108031" cy="744801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188" b="1" noProof="1"/>
              <a:t>MET</a:t>
            </a:r>
            <a:endParaRPr lang="zh-CN" altLang="en-US" sz="3188" b="1" noProof="1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3E5DD5C0-A79D-4318-ACC6-72356B2F97E1}"/>
              </a:ext>
            </a:extLst>
          </p:cNvPr>
          <p:cNvSpPr/>
          <p:nvPr/>
        </p:nvSpPr>
        <p:spPr>
          <a:xfrm rot="2303463">
            <a:off x="14852587" y="8183703"/>
            <a:ext cx="1305034" cy="228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0A2DF12-397A-4D91-A749-72AAF77D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8927" y="8052559"/>
            <a:ext cx="1102748" cy="1084066"/>
          </a:xfrm>
          <a:prstGeom prst="rect">
            <a:avLst/>
          </a:prstGeom>
        </p:spPr>
      </p:pic>
      <p:sp>
        <p:nvSpPr>
          <p:cNvPr id="45" name="箭头: 右 44">
            <a:extLst>
              <a:ext uri="{FF2B5EF4-FFF2-40B4-BE49-F238E27FC236}">
                <a16:creationId xmlns:a16="http://schemas.microsoft.com/office/drawing/2014/main" id="{AA4A75D4-A9AF-426C-8AD4-F268916EA62A}"/>
              </a:ext>
            </a:extLst>
          </p:cNvPr>
          <p:cNvSpPr/>
          <p:nvPr/>
        </p:nvSpPr>
        <p:spPr>
          <a:xfrm rot="1505465">
            <a:off x="22509137" y="6296078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8AEC31EA-5283-4D8F-85EE-91C91E1B92AE}"/>
              </a:ext>
            </a:extLst>
          </p:cNvPr>
          <p:cNvSpPr/>
          <p:nvPr/>
        </p:nvSpPr>
        <p:spPr>
          <a:xfrm rot="19701967">
            <a:off x="22516652" y="8329396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A356ACC-A0AE-476A-9989-94EA29C6778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flipH="1">
            <a:off x="14149052" y="7736164"/>
            <a:ext cx="172239" cy="120887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箭头: 右 54">
            <a:extLst>
              <a:ext uri="{FF2B5EF4-FFF2-40B4-BE49-F238E27FC236}">
                <a16:creationId xmlns:a16="http://schemas.microsoft.com/office/drawing/2014/main" id="{4402DC43-D9AA-4B17-A796-D0C5D2C06AE0}"/>
              </a:ext>
            </a:extLst>
          </p:cNvPr>
          <p:cNvSpPr/>
          <p:nvPr/>
        </p:nvSpPr>
        <p:spPr>
          <a:xfrm>
            <a:off x="26143630" y="7357270"/>
            <a:ext cx="744691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64" name="箭头: 直角上 63">
            <a:extLst>
              <a:ext uri="{FF2B5EF4-FFF2-40B4-BE49-F238E27FC236}">
                <a16:creationId xmlns:a16="http://schemas.microsoft.com/office/drawing/2014/main" id="{5061F5B0-71BD-4BC2-92A4-83C5AFCBBC5D}"/>
              </a:ext>
            </a:extLst>
          </p:cNvPr>
          <p:cNvSpPr/>
          <p:nvPr/>
        </p:nvSpPr>
        <p:spPr>
          <a:xfrm rot="5400000" flipV="1">
            <a:off x="21792518" y="5950002"/>
            <a:ext cx="3809579" cy="7853735"/>
          </a:xfrm>
          <a:prstGeom prst="bentUpArrow">
            <a:avLst>
              <a:gd name="adj1" fmla="val 1713"/>
              <a:gd name="adj2" fmla="val 4643"/>
              <a:gd name="adj3" fmla="val 59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65" name="箭头: 直角上 64">
            <a:extLst>
              <a:ext uri="{FF2B5EF4-FFF2-40B4-BE49-F238E27FC236}">
                <a16:creationId xmlns:a16="http://schemas.microsoft.com/office/drawing/2014/main" id="{C05C5EEB-894E-4253-B5DF-998FAB1336B8}"/>
              </a:ext>
            </a:extLst>
          </p:cNvPr>
          <p:cNvSpPr/>
          <p:nvPr/>
        </p:nvSpPr>
        <p:spPr>
          <a:xfrm rot="10800000" flipV="1">
            <a:off x="16841665" y="9415800"/>
            <a:ext cx="1090954" cy="2265357"/>
          </a:xfrm>
          <a:prstGeom prst="bentUpArrow">
            <a:avLst>
              <a:gd name="adj1" fmla="val 5322"/>
              <a:gd name="adj2" fmla="val 10830"/>
              <a:gd name="adj3" fmla="val 17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B5754CB2-6EF8-44BD-A760-04F88D42B134}"/>
              </a:ext>
            </a:extLst>
          </p:cNvPr>
          <p:cNvSpPr/>
          <p:nvPr/>
        </p:nvSpPr>
        <p:spPr>
          <a:xfrm>
            <a:off x="20757446" y="6327977"/>
            <a:ext cx="451482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2499AE-8910-4A08-87F5-70EA8908E9EE}"/>
              </a:ext>
            </a:extLst>
          </p:cNvPr>
          <p:cNvSpPr/>
          <p:nvPr/>
        </p:nvSpPr>
        <p:spPr>
          <a:xfrm>
            <a:off x="16326948" y="8283562"/>
            <a:ext cx="4293476" cy="101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232" dirty="0"/>
              <a:t>理想</a:t>
            </a:r>
            <a:endParaRPr lang="en-US" altLang="zh-CN" sz="7232" dirty="0"/>
          </a:p>
          <a:p>
            <a:pPr algn="ctr"/>
            <a:r>
              <a:rPr lang="zh-CN" altLang="en-US" sz="7232" dirty="0"/>
              <a:t>线性系统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CAB54FB7-684F-4D04-9E59-E0DAD9830FC0}"/>
              </a:ext>
            </a:extLst>
          </p:cNvPr>
          <p:cNvSpPr/>
          <p:nvPr/>
        </p:nvSpPr>
        <p:spPr>
          <a:xfrm>
            <a:off x="20798915" y="8638436"/>
            <a:ext cx="451482" cy="193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38" name="标题 802817">
            <a:extLst>
              <a:ext uri="{FF2B5EF4-FFF2-40B4-BE49-F238E27FC236}">
                <a16:creationId xmlns:a16="http://schemas.microsoft.com/office/drawing/2014/main" id="{99131C89-C519-4B30-A36B-910A15306753}"/>
              </a:ext>
            </a:extLst>
          </p:cNvPr>
          <p:cNvSpPr txBox="1">
            <a:spLocks/>
          </p:cNvSpPr>
          <p:nvPr/>
        </p:nvSpPr>
        <p:spPr>
          <a:xfrm>
            <a:off x="23283077" y="8874286"/>
            <a:ext cx="3340771" cy="101801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188" b="1" noProof="1"/>
              <a:t>时域序列</a:t>
            </a:r>
            <a:r>
              <a:rPr lang="en-US" altLang="zh-CN" sz="3188" b="1" noProof="1"/>
              <a:t>[Ideal]</a:t>
            </a:r>
            <a:endParaRPr lang="zh-CN" altLang="en-US" sz="3188" b="1" noProof="1"/>
          </a:p>
        </p:txBody>
      </p:sp>
    </p:spTree>
    <p:extLst>
      <p:ext uri="{BB962C8B-B14F-4D97-AF65-F5344CB8AC3E}">
        <p14:creationId xmlns:p14="http://schemas.microsoft.com/office/powerpoint/2010/main" val="401520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30542FC-7F0D-4B6B-9542-26A05EC40CB1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——LSTM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AD39801C-3B93-48DF-9737-38C57D3F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14B247-E213-4B49-9925-5F00F2D3E2F6}"/>
              </a:ext>
            </a:extLst>
          </p:cNvPr>
          <p:cNvSpPr txBox="1"/>
          <p:nvPr/>
        </p:nvSpPr>
        <p:spPr>
          <a:xfrm>
            <a:off x="8912731" y="5342825"/>
            <a:ext cx="20210744" cy="740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668" dirty="0"/>
              <a:t>LSTM</a:t>
            </a:r>
            <a:r>
              <a:rPr lang="zh-CN" altLang="en-US" sz="5668" dirty="0"/>
              <a:t>（长短时记忆网络）的背景与特点</a:t>
            </a:r>
            <a:endParaRPr lang="en-US" altLang="zh-CN" sz="5668" dirty="0"/>
          </a:p>
          <a:p>
            <a:endParaRPr lang="en-US" altLang="zh-CN" sz="5668" dirty="0"/>
          </a:p>
          <a:p>
            <a:r>
              <a:rPr lang="de-DE" altLang="zh-CN" sz="7232" dirty="0">
                <a:latin typeface="Söhne"/>
              </a:rPr>
              <a:t>1997</a:t>
            </a:r>
            <a:r>
              <a:rPr lang="zh-CN" altLang="de-DE" sz="7232" dirty="0">
                <a:latin typeface="Söhne"/>
              </a:rPr>
              <a:t>年由</a:t>
            </a:r>
            <a:r>
              <a:rPr lang="de-DE" altLang="zh-CN" sz="7232" dirty="0">
                <a:latin typeface="Söhne"/>
              </a:rPr>
              <a:t>Hochreiter</a:t>
            </a:r>
            <a:r>
              <a:rPr lang="zh-CN" altLang="de-DE" sz="7232" dirty="0">
                <a:latin typeface="Söhne"/>
              </a:rPr>
              <a:t>和</a:t>
            </a:r>
            <a:r>
              <a:rPr lang="de-DE" altLang="zh-CN" sz="7232" dirty="0">
                <a:latin typeface="Söhne"/>
              </a:rPr>
              <a:t>Schmidhuber</a:t>
            </a:r>
            <a:r>
              <a:rPr lang="zh-CN" altLang="de-DE" sz="7232" dirty="0">
                <a:latin typeface="Söhne"/>
              </a:rPr>
              <a:t>提出</a:t>
            </a:r>
            <a:r>
              <a:rPr lang="zh-CN" altLang="en-US" sz="7232" dirty="0">
                <a:latin typeface="Söhne"/>
              </a:rPr>
              <a:t>，为解决传统</a:t>
            </a:r>
            <a:r>
              <a:rPr lang="en-US" altLang="zh-CN" sz="7232" dirty="0">
                <a:latin typeface="Söhne"/>
              </a:rPr>
              <a:t>RNN</a:t>
            </a:r>
            <a:r>
              <a:rPr lang="zh-CN" altLang="en-US" sz="7232" dirty="0">
                <a:latin typeface="Söhne"/>
              </a:rPr>
              <a:t>（循环神经网络）中的</a:t>
            </a:r>
            <a:r>
              <a:rPr lang="zh-CN" altLang="en-US" sz="7232" dirty="0">
                <a:solidFill>
                  <a:srgbClr val="FF0000"/>
                </a:solidFill>
                <a:latin typeface="Söhne"/>
              </a:rPr>
              <a:t>长期依赖问题</a:t>
            </a:r>
            <a:r>
              <a:rPr lang="zh-CN" altLang="en-US" sz="7232" dirty="0">
                <a:latin typeface="Söhne"/>
              </a:rPr>
              <a:t>而设计。</a:t>
            </a:r>
            <a:endParaRPr lang="en-US" altLang="zh-CN" sz="7232" dirty="0">
              <a:latin typeface="Söhne"/>
            </a:endParaRPr>
          </a:p>
          <a:p>
            <a:r>
              <a:rPr lang="zh-CN" altLang="en-US" sz="7232" dirty="0">
                <a:latin typeface="Söhne"/>
              </a:rPr>
              <a:t>通过特定的门控机制，有效地存储和访问</a:t>
            </a:r>
            <a:r>
              <a:rPr lang="zh-CN" altLang="en-US" sz="7232" dirty="0">
                <a:solidFill>
                  <a:srgbClr val="FF0000"/>
                </a:solidFill>
                <a:latin typeface="Söhne"/>
              </a:rPr>
              <a:t>长期</a:t>
            </a:r>
            <a:r>
              <a:rPr lang="zh-CN" altLang="en-US" sz="7232" dirty="0">
                <a:latin typeface="Söhne"/>
              </a:rPr>
              <a:t>的信息。</a:t>
            </a:r>
            <a:endParaRPr lang="zh-CN" altLang="en-US" sz="7232" dirty="0"/>
          </a:p>
        </p:txBody>
      </p:sp>
      <p:sp>
        <p:nvSpPr>
          <p:cNvPr id="7" name="圆角矩形 18">
            <a:extLst>
              <a:ext uri="{FF2B5EF4-FFF2-40B4-BE49-F238E27FC236}">
                <a16:creationId xmlns:a16="http://schemas.microsoft.com/office/drawing/2014/main" id="{6B6F8601-7CB5-4E19-BDAE-60CE1075269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286500" y="10086653"/>
            <a:ext cx="3985439" cy="9566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长期记忆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6BA6F8-4877-43D3-993A-38053AF9D9DE}"/>
              </a:ext>
            </a:extLst>
          </p:cNvPr>
          <p:cNvSpPr txBox="1"/>
          <p:nvPr/>
        </p:nvSpPr>
        <p:spPr>
          <a:xfrm>
            <a:off x="11554958" y="8905366"/>
            <a:ext cx="4470092" cy="10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378" b="1" baseline="30000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  <a:sym typeface="+mn-ea"/>
              </a:rPr>
              <a:t>LSTM</a:t>
            </a:r>
            <a:r>
              <a:rPr lang="zh-CN" altLang="en-US" sz="6378" b="1" baseline="30000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  <a:sym typeface="+mn-ea"/>
              </a:rPr>
              <a:t>的特点</a:t>
            </a:r>
            <a:endParaRPr lang="zh-CN" altLang="en-US" sz="6378" dirty="0"/>
          </a:p>
        </p:txBody>
      </p:sp>
      <p:sp>
        <p:nvSpPr>
          <p:cNvPr id="12" name="圆角矩形 18">
            <a:extLst>
              <a:ext uri="{FF2B5EF4-FFF2-40B4-BE49-F238E27FC236}">
                <a16:creationId xmlns:a16="http://schemas.microsoft.com/office/drawing/2014/main" id="{ED05DCFE-30BD-46CE-ADC5-545F7DA4624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286500" y="11441374"/>
            <a:ext cx="3985439" cy="8804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时序处理</a:t>
            </a:r>
          </a:p>
        </p:txBody>
      </p:sp>
      <p:sp>
        <p:nvSpPr>
          <p:cNvPr id="13" name="圆角矩形 18">
            <a:extLst>
              <a:ext uri="{FF2B5EF4-FFF2-40B4-BE49-F238E27FC236}">
                <a16:creationId xmlns:a16="http://schemas.microsoft.com/office/drawing/2014/main" id="{7C9DABB2-10DF-4596-9C5E-32B65E4B33F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286500" y="12756080"/>
            <a:ext cx="3985439" cy="8804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抵抗梯度消失</a:t>
            </a:r>
          </a:p>
        </p:txBody>
      </p:sp>
      <p:sp>
        <p:nvSpPr>
          <p:cNvPr id="14" name="圆角矩形 18">
            <a:extLst>
              <a:ext uri="{FF2B5EF4-FFF2-40B4-BE49-F238E27FC236}">
                <a16:creationId xmlns:a16="http://schemas.microsoft.com/office/drawing/2014/main" id="{47185047-C2C4-4ED1-A66D-F92BFF83A30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263110" y="8720235"/>
            <a:ext cx="6071859" cy="560864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42" dirty="0">
              <a:solidFill>
                <a:schemeClr val="tx1"/>
              </a:solidFill>
            </a:endParaRPr>
          </a:p>
        </p:txBody>
      </p:sp>
      <p:sp>
        <p:nvSpPr>
          <p:cNvPr id="15" name="圆角矩形 18">
            <a:extLst>
              <a:ext uri="{FF2B5EF4-FFF2-40B4-BE49-F238E27FC236}">
                <a16:creationId xmlns:a16="http://schemas.microsoft.com/office/drawing/2014/main" id="{FD3A46C5-A9F3-4FA1-824B-D710BD32DD3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580029" y="11358015"/>
            <a:ext cx="5214352" cy="9566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时域数据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20F5BE-B1AE-4CD1-B627-927C3AE1B778}"/>
              </a:ext>
            </a:extLst>
          </p:cNvPr>
          <p:cNvSpPr txBox="1"/>
          <p:nvPr/>
        </p:nvSpPr>
        <p:spPr>
          <a:xfrm>
            <a:off x="21448374" y="8896302"/>
            <a:ext cx="5741939" cy="10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378" b="1" baseline="30000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  <a:sym typeface="+mn-ea"/>
              </a:rPr>
              <a:t>电化学检波器辨识需求</a:t>
            </a:r>
            <a:endParaRPr lang="zh-CN" altLang="en-US" sz="6378" dirty="0"/>
          </a:p>
        </p:txBody>
      </p:sp>
      <p:sp>
        <p:nvSpPr>
          <p:cNvPr id="17" name="圆角矩形 18">
            <a:extLst>
              <a:ext uri="{FF2B5EF4-FFF2-40B4-BE49-F238E27FC236}">
                <a16:creationId xmlns:a16="http://schemas.microsoft.com/office/drawing/2014/main" id="{D24C528C-9233-487B-8504-AB82829C02D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580029" y="10126668"/>
            <a:ext cx="5214352" cy="8804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频率成分多</a:t>
            </a:r>
          </a:p>
        </p:txBody>
      </p:sp>
      <p:sp>
        <p:nvSpPr>
          <p:cNvPr id="18" name="圆角矩形 18">
            <a:extLst>
              <a:ext uri="{FF2B5EF4-FFF2-40B4-BE49-F238E27FC236}">
                <a16:creationId xmlns:a16="http://schemas.microsoft.com/office/drawing/2014/main" id="{4A489D78-E21D-402A-95F4-66B5339FD0F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1580030" y="12756078"/>
            <a:ext cx="5214348" cy="8804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复杂非线性特征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0A0C9E5-E3A8-4D72-AA18-D060245424D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0556639" y="8716539"/>
            <a:ext cx="7405027" cy="560864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42" dirty="0">
              <a:solidFill>
                <a:schemeClr val="tx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2E83E62-9570-4A62-A732-B33F85E2B23F}"/>
              </a:ext>
            </a:extLst>
          </p:cNvPr>
          <p:cNvCxnSpPr/>
          <p:nvPr/>
        </p:nvCxnSpPr>
        <p:spPr>
          <a:xfrm>
            <a:off x="15660062" y="10668002"/>
            <a:ext cx="5653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C8FEBBB-5CF8-4394-A5A9-E864C031C967}"/>
              </a:ext>
            </a:extLst>
          </p:cNvPr>
          <p:cNvSpPr txBox="1"/>
          <p:nvPr/>
        </p:nvSpPr>
        <p:spPr>
          <a:xfrm>
            <a:off x="16208573" y="9991150"/>
            <a:ext cx="4474471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188" dirty="0"/>
              <a:t>利于宽频带信息的处理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74948D7-3C5C-44C2-BD05-3463F33A89C4}"/>
              </a:ext>
            </a:extLst>
          </p:cNvPr>
          <p:cNvCxnSpPr/>
          <p:nvPr/>
        </p:nvCxnSpPr>
        <p:spPr>
          <a:xfrm>
            <a:off x="15660062" y="12036262"/>
            <a:ext cx="5653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64BB926-5F14-44EC-801A-E45CCA9C87DD}"/>
              </a:ext>
            </a:extLst>
          </p:cNvPr>
          <p:cNvSpPr txBox="1"/>
          <p:nvPr/>
        </p:nvSpPr>
        <p:spPr>
          <a:xfrm>
            <a:off x="16180221" y="11338343"/>
            <a:ext cx="4474471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188" dirty="0"/>
              <a:t>利于处理时域数据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F117D20-B76C-48DF-A571-BAC45C174D26}"/>
              </a:ext>
            </a:extLst>
          </p:cNvPr>
          <p:cNvCxnSpPr/>
          <p:nvPr/>
        </p:nvCxnSpPr>
        <p:spPr>
          <a:xfrm>
            <a:off x="15660062" y="13213161"/>
            <a:ext cx="5653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9D2B7AA-2811-4401-91E3-A0B6CC978D25}"/>
              </a:ext>
            </a:extLst>
          </p:cNvPr>
          <p:cNvSpPr txBox="1"/>
          <p:nvPr/>
        </p:nvSpPr>
        <p:spPr>
          <a:xfrm>
            <a:off x="16214150" y="12558849"/>
            <a:ext cx="4474471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188" dirty="0"/>
              <a:t>利于复杂模型的训练</a:t>
            </a: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B031B1AA-36E0-E9C8-17A7-FADE5F54A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205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30542FC-7F0D-4B6B-9542-26A05EC40CB1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——LSTM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AD39801C-3B93-48DF-9737-38C57D3F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A039A1-F4EE-44D9-9CDD-A7AF36D8F2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75"/>
          <a:stretch/>
        </p:blipFill>
        <p:spPr>
          <a:xfrm>
            <a:off x="12115059" y="7659170"/>
            <a:ext cx="6800477" cy="46175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563698-AC92-425A-9C5E-25C677EEB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2432" y="7674901"/>
            <a:ext cx="6663163" cy="4633325"/>
          </a:xfrm>
          <a:prstGeom prst="rect">
            <a:avLst/>
          </a:prstGeom>
        </p:spPr>
      </p:pic>
      <p:sp>
        <p:nvSpPr>
          <p:cNvPr id="13" name="圆角矩形 18">
            <a:extLst>
              <a:ext uri="{FF2B5EF4-FFF2-40B4-BE49-F238E27FC236}">
                <a16:creationId xmlns:a16="http://schemas.microsoft.com/office/drawing/2014/main" id="{7F88C190-C03C-4CE6-9300-DFC0BDE5C11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009053" y="13175800"/>
            <a:ext cx="8355968" cy="7192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542" dirty="0">
                <a:solidFill>
                  <a:schemeClr val="tx1"/>
                </a:solidFill>
              </a:rPr>
              <a:t>在不同频段均表现出了较好预测效果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52566D2-54E2-4E60-8D6C-DEB24AADBC68}"/>
              </a:ext>
            </a:extLst>
          </p:cNvPr>
          <p:cNvSpPr/>
          <p:nvPr/>
        </p:nvSpPr>
        <p:spPr>
          <a:xfrm rot="14108060">
            <a:off x="16830339" y="12599722"/>
            <a:ext cx="696294" cy="216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221FC99-0F52-4904-98D3-AD85AA74CB02}"/>
              </a:ext>
            </a:extLst>
          </p:cNvPr>
          <p:cNvSpPr/>
          <p:nvPr/>
        </p:nvSpPr>
        <p:spPr>
          <a:xfrm rot="16738920">
            <a:off x="21745234" y="12529092"/>
            <a:ext cx="696294" cy="216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01BDE3-CE8B-4FA8-89A7-D7BDCECB05EC}"/>
              </a:ext>
            </a:extLst>
          </p:cNvPr>
          <p:cNvSpPr txBox="1"/>
          <p:nvPr/>
        </p:nvSpPr>
        <p:spPr>
          <a:xfrm>
            <a:off x="11754416" y="5596091"/>
            <a:ext cx="10591326" cy="161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960" dirty="0"/>
              <a:t>LSTM</a:t>
            </a:r>
            <a:r>
              <a:rPr lang="zh-CN" altLang="en-US" sz="4960" dirty="0"/>
              <a:t>的实验结果：</a:t>
            </a:r>
            <a:endParaRPr lang="en-US" altLang="zh-CN" sz="4960" dirty="0"/>
          </a:p>
          <a:p>
            <a:r>
              <a:rPr lang="zh-CN" altLang="en-US" sz="4960" dirty="0"/>
              <a:t>能够有效拟合非线性系统的数据</a:t>
            </a:r>
            <a:endParaRPr lang="zh-CN" altLang="en-US" sz="3542" dirty="0"/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6003FBCB-106A-FC00-B670-019DDA80D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92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CAAC-DBB5-F48C-7C56-E7F82699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69EEF0-62B3-E539-2CB1-835DB65C7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90328" y="7930848"/>
            <a:ext cx="12416094" cy="6568617"/>
          </a:xfrm>
          <a:prstGeom prst="rect">
            <a:avLst/>
          </a:prstGeom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8CADBE9F-7E40-1035-0E3B-01A54FD0331C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——LSTM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94D5EE96-71C4-E1FA-76E1-99E520DB7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4EAB65-DBED-435A-16CB-89F775941D89}"/>
              </a:ext>
            </a:extLst>
          </p:cNvPr>
          <p:cNvSpPr txBox="1"/>
          <p:nvPr/>
        </p:nvSpPr>
        <p:spPr>
          <a:xfrm>
            <a:off x="10647783" y="5752359"/>
            <a:ext cx="16993710" cy="161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960" dirty="0"/>
              <a:t>LSTM</a:t>
            </a:r>
            <a:r>
              <a:rPr lang="zh-CN" altLang="en-US" sz="4960" dirty="0"/>
              <a:t>的存在缺陷：频率响应的平滑度很差</a:t>
            </a:r>
            <a:endParaRPr lang="en-US" altLang="zh-CN" sz="4960" dirty="0"/>
          </a:p>
          <a:p>
            <a:r>
              <a:rPr lang="zh-CN" altLang="en-US" sz="4960" dirty="0"/>
              <a:t>原因分析：内部过于复杂，引入了</a:t>
            </a:r>
            <a:r>
              <a:rPr lang="zh-CN" altLang="en-US" sz="4960" b="1" dirty="0"/>
              <a:t>过多的非线性成分</a:t>
            </a:r>
            <a:endParaRPr lang="en-US" altLang="zh-CN" sz="4960" b="1" dirty="0"/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1D953996-340A-1D6F-66C2-C25E20422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4495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7956-B33A-7D15-DBE6-9331A63F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051BCF6B-625D-AC3A-1697-115D5CA8A631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新模型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96C34B6C-FC93-2FB0-57B8-332487D8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298780-8DDE-7C0A-7BE2-EEA1E650A6A1}"/>
              </a:ext>
            </a:extLst>
          </p:cNvPr>
          <p:cNvSpPr txBox="1"/>
          <p:nvPr/>
        </p:nvSpPr>
        <p:spPr>
          <a:xfrm>
            <a:off x="9355936" y="6395803"/>
            <a:ext cx="8995161" cy="2709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252" dirty="0"/>
              <a:t>MET</a:t>
            </a:r>
            <a:r>
              <a:rPr lang="zh-CN" altLang="en-US" sz="4252" dirty="0"/>
              <a:t>的幅度相关频率响应特点：</a:t>
            </a:r>
            <a:endParaRPr lang="en-US" altLang="zh-CN" sz="4252" dirty="0"/>
          </a:p>
          <a:p>
            <a:pPr marL="809976" indent="-809976">
              <a:buAutoNum type="arabicPeriod"/>
            </a:pPr>
            <a:r>
              <a:rPr lang="zh-CN" altLang="en-US" sz="4252" dirty="0"/>
              <a:t>存在非线性</a:t>
            </a:r>
            <a:endParaRPr lang="en-US" altLang="zh-CN" sz="4252" dirty="0"/>
          </a:p>
          <a:p>
            <a:pPr marL="809976" indent="-809976">
              <a:buAutoNum type="arabicPeriod"/>
            </a:pPr>
            <a:r>
              <a:rPr lang="zh-CN" altLang="en-US" sz="4252" dirty="0"/>
              <a:t>非线性只和</a:t>
            </a:r>
            <a:r>
              <a:rPr lang="zh-CN" altLang="en-US" sz="4252" b="1" dirty="0">
                <a:solidFill>
                  <a:srgbClr val="FF0000"/>
                </a:solidFill>
              </a:rPr>
              <a:t>幅度</a:t>
            </a:r>
            <a:r>
              <a:rPr lang="zh-CN" altLang="en-US" sz="4252" dirty="0"/>
              <a:t>相关</a:t>
            </a:r>
            <a:endParaRPr lang="en-US" altLang="zh-CN" sz="4252" dirty="0"/>
          </a:p>
          <a:p>
            <a:pPr marL="809976" indent="-809976">
              <a:buAutoNum type="arabicPeriod"/>
            </a:pPr>
            <a:r>
              <a:rPr lang="zh-CN" altLang="en-US" sz="4252" dirty="0"/>
              <a:t>在特定震级下是</a:t>
            </a:r>
            <a:r>
              <a:rPr lang="zh-CN" altLang="en-US" sz="4252" b="1" dirty="0">
                <a:solidFill>
                  <a:srgbClr val="FF0000"/>
                </a:solidFill>
              </a:rPr>
              <a:t>接近线性</a:t>
            </a:r>
            <a:endParaRPr lang="en-US" altLang="zh-CN" sz="4252" b="1" dirty="0">
              <a:solidFill>
                <a:srgbClr val="FF0000"/>
              </a:solidFill>
            </a:endParaRP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E84F0F44-FC71-46E5-8D2F-BA1B57C2602E}"/>
              </a:ext>
            </a:extLst>
          </p:cNvPr>
          <p:cNvSpPr/>
          <p:nvPr/>
        </p:nvSpPr>
        <p:spPr>
          <a:xfrm rot="10800000">
            <a:off x="13337865" y="9134216"/>
            <a:ext cx="1242215" cy="7333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8770A49B-A527-8745-5262-59950DF03E84}"/>
              </a:ext>
            </a:extLst>
          </p:cNvPr>
          <p:cNvSpPr/>
          <p:nvPr/>
        </p:nvSpPr>
        <p:spPr>
          <a:xfrm rot="10800000">
            <a:off x="13337864" y="10769583"/>
            <a:ext cx="1242215" cy="7333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F5CAEF-E4B6-E731-9E06-81A0AE259BB3}"/>
              </a:ext>
            </a:extLst>
          </p:cNvPr>
          <p:cNvSpPr txBox="1"/>
          <p:nvPr/>
        </p:nvSpPr>
        <p:spPr>
          <a:xfrm>
            <a:off x="9405961" y="11589904"/>
            <a:ext cx="8995161" cy="2709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4252" dirty="0"/>
              <a:t>新模型的特性期望：</a:t>
            </a:r>
            <a:endParaRPr lang="en-US" altLang="zh-CN" sz="4252" dirty="0"/>
          </a:p>
          <a:p>
            <a:r>
              <a:rPr lang="en-US" altLang="zh-CN" sz="4252" dirty="0"/>
              <a:t>1. </a:t>
            </a:r>
            <a:r>
              <a:rPr lang="zh-CN" altLang="zh-CN" sz="4252" dirty="0"/>
              <a:t>保证</a:t>
            </a:r>
            <a:r>
              <a:rPr lang="zh-CN" altLang="en-US" sz="4252" dirty="0"/>
              <a:t>模型</a:t>
            </a:r>
            <a:r>
              <a:rPr lang="zh-CN" altLang="zh-CN" sz="4252" dirty="0"/>
              <a:t>系统</a:t>
            </a:r>
            <a:r>
              <a:rPr lang="zh-CN" altLang="en-US" sz="4252" b="1" dirty="0">
                <a:solidFill>
                  <a:srgbClr val="FF0000"/>
                </a:solidFill>
              </a:rPr>
              <a:t>接近</a:t>
            </a:r>
            <a:r>
              <a:rPr lang="zh-CN" altLang="zh-CN" sz="4252" b="1" dirty="0">
                <a:solidFill>
                  <a:srgbClr val="FF0000"/>
                </a:solidFill>
              </a:rPr>
              <a:t>线性</a:t>
            </a:r>
            <a:endParaRPr lang="en-US" altLang="zh-CN" sz="4252" b="1" dirty="0">
              <a:solidFill>
                <a:srgbClr val="FF0000"/>
              </a:solidFill>
            </a:endParaRPr>
          </a:p>
          <a:p>
            <a:r>
              <a:rPr lang="en-US" altLang="zh-CN" sz="4252" dirty="0"/>
              <a:t>2. </a:t>
            </a:r>
            <a:r>
              <a:rPr lang="zh-CN" altLang="en-US" sz="4252" dirty="0"/>
              <a:t>能够模拟频率响应的谐振幅度变化</a:t>
            </a:r>
            <a:endParaRPr lang="en-US" altLang="zh-CN" sz="4252" dirty="0"/>
          </a:p>
          <a:p>
            <a:r>
              <a:rPr lang="en-US" altLang="zh-CN" sz="4252" dirty="0"/>
              <a:t>3. </a:t>
            </a:r>
            <a:r>
              <a:rPr lang="zh-CN" altLang="en-US" sz="4252" dirty="0"/>
              <a:t>能够模拟频率响应的中心频率变化</a:t>
            </a:r>
            <a:endParaRPr lang="en-US" altLang="zh-CN" sz="4252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1B2E182-5992-5DA1-A959-AB65ABB047C5}"/>
              </a:ext>
            </a:extLst>
          </p:cNvPr>
          <p:cNvGrpSpPr/>
          <p:nvPr/>
        </p:nvGrpSpPr>
        <p:grpSpPr>
          <a:xfrm>
            <a:off x="19525290" y="6975645"/>
            <a:ext cx="9011031" cy="9366345"/>
            <a:chOff x="6843648" y="2256084"/>
            <a:chExt cx="5086338" cy="5286899"/>
          </a:xfrm>
        </p:grpSpPr>
        <p:pic>
          <p:nvPicPr>
            <p:cNvPr id="22" name="Picture" title="fig:">
              <a:extLst>
                <a:ext uri="{FF2B5EF4-FFF2-40B4-BE49-F238E27FC236}">
                  <a16:creationId xmlns:a16="http://schemas.microsoft.com/office/drawing/2014/main" id="{C932F614-42DA-55F4-4E48-9AFFB126C3B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843648" y="2256084"/>
              <a:ext cx="4838340" cy="3665488"/>
            </a:xfrm>
            <a:prstGeom prst="rect">
              <a:avLst/>
            </a:prstGeom>
            <a:noFill/>
            <a:ln w="9525">
              <a:noFill/>
              <a:headEnd/>
              <a:tailEnd/>
            </a:ln>
          </p:spPr>
        </p:pic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48CF18D8-2E28-B0D4-3DBF-C4913A5DF6E8}"/>
                </a:ext>
              </a:extLst>
            </p:cNvPr>
            <p:cNvSpPr/>
            <p:nvPr/>
          </p:nvSpPr>
          <p:spPr>
            <a:xfrm>
              <a:off x="8947179" y="3538686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4" name="箭头: 下 23">
              <a:extLst>
                <a:ext uri="{FF2B5EF4-FFF2-40B4-BE49-F238E27FC236}">
                  <a16:creationId xmlns:a16="http://schemas.microsoft.com/office/drawing/2014/main" id="{4225B614-5C84-0266-44EA-57A6F5AEA0E2}"/>
                </a:ext>
              </a:extLst>
            </p:cNvPr>
            <p:cNvSpPr/>
            <p:nvPr/>
          </p:nvSpPr>
          <p:spPr>
            <a:xfrm>
              <a:off x="9049690" y="327070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3CECB214-9DF2-3BA4-6D90-5BAE0BE0E113}"/>
                </a:ext>
              </a:extLst>
            </p:cNvPr>
            <p:cNvSpPr/>
            <p:nvPr/>
          </p:nvSpPr>
          <p:spPr>
            <a:xfrm>
              <a:off x="9160307" y="3062772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55169D72-F615-5FB6-A5B0-CD84C0710D51}"/>
                </a:ext>
              </a:extLst>
            </p:cNvPr>
            <p:cNvSpPr/>
            <p:nvPr/>
          </p:nvSpPr>
          <p:spPr>
            <a:xfrm>
              <a:off x="9346972" y="2794789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 dirty="0"/>
            </a:p>
          </p:txBody>
        </p:sp>
        <p:sp>
          <p:nvSpPr>
            <p:cNvPr id="27" name="箭头: 下 26">
              <a:extLst>
                <a:ext uri="{FF2B5EF4-FFF2-40B4-BE49-F238E27FC236}">
                  <a16:creationId xmlns:a16="http://schemas.microsoft.com/office/drawing/2014/main" id="{B1EE291A-F2C5-5623-A3F8-4FE52D1738CC}"/>
                </a:ext>
              </a:extLst>
            </p:cNvPr>
            <p:cNvSpPr/>
            <p:nvPr/>
          </p:nvSpPr>
          <p:spPr>
            <a:xfrm>
              <a:off x="9510703" y="2660797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38870666-6F66-25CB-5DE3-E478E5393DF9}"/>
                </a:ext>
              </a:extLst>
            </p:cNvPr>
            <p:cNvSpPr/>
            <p:nvPr/>
          </p:nvSpPr>
          <p:spPr>
            <a:xfrm>
              <a:off x="9725693" y="251158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9" name="箭头: 下 28">
              <a:extLst>
                <a:ext uri="{FF2B5EF4-FFF2-40B4-BE49-F238E27FC236}">
                  <a16:creationId xmlns:a16="http://schemas.microsoft.com/office/drawing/2014/main" id="{E552ECE1-08F4-0932-3F7D-BB377A19BC57}"/>
                </a:ext>
              </a:extLst>
            </p:cNvPr>
            <p:cNvSpPr/>
            <p:nvPr/>
          </p:nvSpPr>
          <p:spPr>
            <a:xfrm>
              <a:off x="9940683" y="2392814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25A3D97-B6AE-09E3-8508-88639020FCFC}"/>
                </a:ext>
              </a:extLst>
            </p:cNvPr>
            <p:cNvSpPr txBox="1"/>
            <p:nvPr/>
          </p:nvSpPr>
          <p:spPr>
            <a:xfrm>
              <a:off x="9166057" y="4349851"/>
              <a:ext cx="2763929" cy="31931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2" dirty="0">
                  <a:solidFill>
                    <a:srgbClr val="FF0000"/>
                  </a:solidFill>
                </a:rPr>
                <a:t>震级提升</a:t>
              </a:r>
              <a:r>
                <a:rPr lang="en-US" altLang="zh-CN" sz="7232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zh-CN" sz="7232" dirty="0">
                  <a:solidFill>
                    <a:srgbClr val="FF0000"/>
                  </a:solidFill>
                </a:rPr>
                <a:t>1. </a:t>
              </a:r>
              <a:r>
                <a:rPr lang="zh-CN" altLang="en-US" sz="7232" dirty="0">
                  <a:solidFill>
                    <a:srgbClr val="FF0000"/>
                  </a:solidFill>
                </a:rPr>
                <a:t>谐振峰值上升</a:t>
              </a:r>
            </a:p>
            <a:p>
              <a:r>
                <a:rPr lang="en-US" altLang="zh-CN" sz="7232" dirty="0">
                  <a:solidFill>
                    <a:srgbClr val="FF0000"/>
                  </a:solidFill>
                </a:rPr>
                <a:t>2. </a:t>
              </a:r>
              <a:r>
                <a:rPr lang="zh-CN" altLang="en-US" sz="7232" dirty="0">
                  <a:solidFill>
                    <a:srgbClr val="FF0000"/>
                  </a:solidFill>
                </a:rPr>
                <a:t>中心频率右移</a:t>
              </a:r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B30B6502-464A-0862-EAD8-6327C41B6AEC}"/>
                </a:ext>
              </a:extLst>
            </p:cNvPr>
            <p:cNvSpPr/>
            <p:nvPr/>
          </p:nvSpPr>
          <p:spPr>
            <a:xfrm rot="19110544">
              <a:off x="8465471" y="3462694"/>
              <a:ext cx="2390562" cy="23761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573231AD-6DD2-1A26-F714-54A495077970}"/>
              </a:ext>
            </a:extLst>
          </p:cNvPr>
          <p:cNvSpPr txBox="1"/>
          <p:nvPr/>
        </p:nvSpPr>
        <p:spPr>
          <a:xfrm>
            <a:off x="9515870" y="9871062"/>
            <a:ext cx="8886194" cy="746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4252" dirty="0"/>
              <a:t>MET</a:t>
            </a:r>
            <a:r>
              <a:rPr lang="zh-CN" altLang="en-US" sz="4252" dirty="0"/>
              <a:t>是一个</a:t>
            </a:r>
            <a:r>
              <a:rPr lang="zh-CN" altLang="en-US" sz="4252" b="1" dirty="0">
                <a:solidFill>
                  <a:srgbClr val="FF0000"/>
                </a:solidFill>
              </a:rPr>
              <a:t>幅度</a:t>
            </a:r>
            <a:r>
              <a:rPr lang="zh-CN" altLang="en-US" sz="4252" dirty="0"/>
              <a:t>依赖的</a:t>
            </a:r>
            <a:r>
              <a:rPr lang="zh-CN" altLang="en-US" sz="4252" b="1" dirty="0">
                <a:solidFill>
                  <a:srgbClr val="FF0000"/>
                </a:solidFill>
              </a:rPr>
              <a:t>准线性系统</a:t>
            </a:r>
            <a:endParaRPr lang="en-US" altLang="zh-CN" sz="4252" b="1" dirty="0">
              <a:solidFill>
                <a:srgbClr val="FF0000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EAD4728-06ED-0C6A-5F6C-97AE0CA45608}"/>
              </a:ext>
            </a:extLst>
          </p:cNvPr>
          <p:cNvCxnSpPr>
            <a:cxnSpLocks/>
          </p:cNvCxnSpPr>
          <p:nvPr/>
        </p:nvCxnSpPr>
        <p:spPr>
          <a:xfrm flipV="1">
            <a:off x="21101667" y="10954908"/>
            <a:ext cx="209101" cy="195788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2C08C59-4795-C12A-9390-31B4BCD1F088}"/>
              </a:ext>
            </a:extLst>
          </p:cNvPr>
          <p:cNvSpPr txBox="1"/>
          <p:nvPr/>
        </p:nvSpPr>
        <p:spPr>
          <a:xfrm>
            <a:off x="18483027" y="12912794"/>
            <a:ext cx="5237295" cy="3431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232" dirty="0">
                <a:solidFill>
                  <a:schemeClr val="accent1">
                    <a:lumMod val="75000"/>
                  </a:schemeClr>
                </a:solidFill>
              </a:rPr>
              <a:t>系统频率响应平滑近似线性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AAD9DD-4FAE-7681-1CE4-7C0FA16FDF17}"/>
              </a:ext>
            </a:extLst>
          </p:cNvPr>
          <p:cNvSpPr txBox="1"/>
          <p:nvPr/>
        </p:nvSpPr>
        <p:spPr>
          <a:xfrm>
            <a:off x="9126318" y="5468869"/>
            <a:ext cx="10907760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重新设计新的非线性模型：</a:t>
            </a:r>
            <a:endParaRPr lang="zh-CN" altLang="en-US" sz="4960" dirty="0"/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3FCF15BE-B395-CAB9-0076-C7D1F2A7C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6516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85B6-59BD-162B-2E83-34B36F84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9FA417A3-6195-855D-A289-A805513F9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644017" y="11618303"/>
            <a:ext cx="5295540" cy="1024283"/>
          </a:xfrm>
          <a:prstGeom prst="rect">
            <a:avLst/>
          </a:prstGeom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367EBAB2-98F7-DC37-7404-A8B1F59C13F7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新模型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AA7F6C09-788D-8DA1-F75A-91AC46CFE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BDDFB2-D48F-3AC5-B10F-28020BBB5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37441" y="11357717"/>
            <a:ext cx="5800105" cy="12637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8593C2C-7E1F-DA70-724D-89D9EBD28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4166" y="7048001"/>
            <a:ext cx="5957789" cy="416885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CB43F9B-798B-79B5-C357-B42B0EDDF089}"/>
              </a:ext>
            </a:extLst>
          </p:cNvPr>
          <p:cNvSpPr txBox="1"/>
          <p:nvPr/>
        </p:nvSpPr>
        <p:spPr>
          <a:xfrm>
            <a:off x="22934166" y="11618309"/>
            <a:ext cx="6443476" cy="14010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4252" dirty="0"/>
              <a:t>Duffing </a:t>
            </a:r>
            <a:r>
              <a:rPr lang="zh-CN" altLang="en-US" sz="4252" dirty="0"/>
              <a:t>弹簧振子模型</a:t>
            </a:r>
            <a:endParaRPr lang="en-US" altLang="zh-CN" sz="4252" dirty="0"/>
          </a:p>
          <a:p>
            <a:pPr algn="ctr"/>
            <a:r>
              <a:rPr lang="zh-CN" altLang="en-US" sz="4252" b="1" dirty="0">
                <a:solidFill>
                  <a:srgbClr val="FF0000"/>
                </a:solidFill>
              </a:rPr>
              <a:t>（缺陷：存在频率突变点）</a:t>
            </a:r>
            <a:endParaRPr lang="en-US" altLang="zh-CN" sz="4252" b="1" dirty="0">
              <a:solidFill>
                <a:srgbClr val="FF0000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78D97C1-DC0C-FA0E-DA9E-5B2490CFD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01693" y="12642591"/>
            <a:ext cx="2366011" cy="48571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48D238E-7AD5-7099-8EA0-E65D3F4A82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43440" y="12765656"/>
            <a:ext cx="1817098" cy="47162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8897BB6-C5DE-CCF6-B2EA-4F35DE364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1108" y="7013823"/>
            <a:ext cx="5894542" cy="428837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9A880BC-1F36-AD5D-7E81-2A9C598C6F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2047" y="6899074"/>
            <a:ext cx="6135225" cy="4429517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F085C3F-8A8A-27DF-E729-403DA5D2CF71}"/>
              </a:ext>
            </a:extLst>
          </p:cNvPr>
          <p:cNvCxnSpPr>
            <a:cxnSpLocks/>
          </p:cNvCxnSpPr>
          <p:nvPr/>
        </p:nvCxnSpPr>
        <p:spPr>
          <a:xfrm>
            <a:off x="22280354" y="5424424"/>
            <a:ext cx="0" cy="89424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标题 802817">
            <a:extLst>
              <a:ext uri="{FF2B5EF4-FFF2-40B4-BE49-F238E27FC236}">
                <a16:creationId xmlns:a16="http://schemas.microsoft.com/office/drawing/2014/main" id="{1EA70E75-C778-354B-F7F6-400DA5A36797}"/>
              </a:ext>
            </a:extLst>
          </p:cNvPr>
          <p:cNvSpPr txBox="1">
            <a:spLocks/>
          </p:cNvSpPr>
          <p:nvPr/>
        </p:nvSpPr>
        <p:spPr>
          <a:xfrm>
            <a:off x="12284698" y="13281881"/>
            <a:ext cx="5894543" cy="1085038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4252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模块化组合非线性模型</a:t>
            </a:r>
            <a:endParaRPr lang="zh-CN" altLang="en-US" sz="4252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0" name="标题 802817">
            <a:extLst>
              <a:ext uri="{FF2B5EF4-FFF2-40B4-BE49-F238E27FC236}">
                <a16:creationId xmlns:a16="http://schemas.microsoft.com/office/drawing/2014/main" id="{63BFC67B-76B6-2676-C08F-71DB4A63284B}"/>
              </a:ext>
            </a:extLst>
          </p:cNvPr>
          <p:cNvSpPr txBox="1">
            <a:spLocks/>
          </p:cNvSpPr>
          <p:nvPr/>
        </p:nvSpPr>
        <p:spPr>
          <a:xfrm>
            <a:off x="23208632" y="13185933"/>
            <a:ext cx="5894543" cy="1085038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4252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物理微分方程非线性模型</a:t>
            </a:r>
            <a:endParaRPr lang="zh-CN" altLang="en-US" sz="4252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D68BDC43-3CDC-64CA-9CC4-3DBB00D15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6001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D35D-5499-A756-C082-F2C8AFEA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C11891F0-64D8-DF09-20AA-191F2888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468" y="5627825"/>
            <a:ext cx="5894542" cy="428837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26985C6-3F7F-0BF8-73D4-96F4197B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931" y="10228664"/>
            <a:ext cx="6135225" cy="4429517"/>
          </a:xfrm>
          <a:prstGeom prst="rect">
            <a:avLst/>
          </a:prstGeom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C820F56D-F165-AAFE-3250-11845AC7C57B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新模型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14A519F4-8F6D-23A8-BB6E-851D5CC4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950DCA-8D90-40B3-B5C4-8C97DBA37D7C}"/>
              </a:ext>
            </a:extLst>
          </p:cNvPr>
          <p:cNvSpPr txBox="1"/>
          <p:nvPr/>
        </p:nvSpPr>
        <p:spPr>
          <a:xfrm>
            <a:off x="22026051" y="7321042"/>
            <a:ext cx="7171854" cy="107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88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Hammerstein</a:t>
            </a:r>
            <a:r>
              <a:rPr lang="en-US" altLang="zh-CN" sz="3188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188" dirty="0">
                <a:latin typeface="宋体" panose="02010600030101010101" pitchFamily="2" charset="-122"/>
                <a:cs typeface="Times New Roman" panose="02020603050405020304" pitchFamily="18" charset="0"/>
              </a:rPr>
              <a:t>模型：输入级非线性</a:t>
            </a:r>
            <a:endParaRPr lang="en-US" altLang="zh-CN" sz="3188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3188" dirty="0">
                <a:latin typeface="宋体" panose="02010600030101010101" pitchFamily="2" charset="-122"/>
                <a:cs typeface="Times New Roman" panose="02020603050405020304" pitchFamily="18" charset="0"/>
              </a:rPr>
              <a:t>在全频段起作用</a:t>
            </a:r>
            <a:endParaRPr lang="en-US" altLang="zh-CN" sz="3188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A9F4AC-58DF-9154-B5D4-C8ADAD7A6B4D}"/>
              </a:ext>
            </a:extLst>
          </p:cNvPr>
          <p:cNvSpPr txBox="1"/>
          <p:nvPr/>
        </p:nvSpPr>
        <p:spPr>
          <a:xfrm>
            <a:off x="22317839" y="12121365"/>
            <a:ext cx="7171854" cy="1564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88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en-US" altLang="zh-CN" sz="3188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188" dirty="0">
                <a:latin typeface="宋体" panose="02010600030101010101" pitchFamily="2" charset="-122"/>
                <a:cs typeface="Times New Roman" panose="02020603050405020304" pitchFamily="18" charset="0"/>
              </a:rPr>
              <a:t>模型：输出级非线性</a:t>
            </a:r>
            <a:endParaRPr lang="en-US" altLang="zh-CN" sz="7232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188" dirty="0" err="1">
                <a:latin typeface="宋体" panose="02010600030101010101" pitchFamily="2" charset="-122"/>
                <a:cs typeface="Times New Roman" panose="02020603050405020304" pitchFamily="18" charset="0"/>
              </a:rPr>
              <a:t>在谐振点起作用</a:t>
            </a:r>
            <a:endParaRPr lang="en-US" altLang="zh-CN" sz="3188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188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对于谐振特性的近似更好</a:t>
            </a:r>
            <a:endParaRPr lang="zh-CN" altLang="en-US" sz="7232" dirty="0">
              <a:solidFill>
                <a:srgbClr val="FF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A38813-2150-B649-98A3-3DD431BFF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4865" y="11851365"/>
            <a:ext cx="5295540" cy="102428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94EC4B3-6F55-7DE3-CC15-9207EEDC6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71068" y="6781365"/>
            <a:ext cx="5800105" cy="12637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DE509EC-DFC2-1800-7288-E9C2210D3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75923" y="8223236"/>
            <a:ext cx="2366011" cy="4857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FB5CA4-0E5D-4E0F-662F-15C84902B731}"/>
              </a:ext>
            </a:extLst>
          </p:cNvPr>
          <p:cNvSpPr txBox="1"/>
          <p:nvPr/>
        </p:nvSpPr>
        <p:spPr>
          <a:xfrm>
            <a:off x="11119966" y="12875650"/>
            <a:ext cx="2825295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27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Wiener </a:t>
            </a:r>
            <a:r>
              <a:rPr lang="zh-CN" altLang="en-US" sz="2127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</a:t>
            </a:r>
            <a:endParaRPr lang="zh-CN" altLang="en-US" sz="2127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05183C43-6A46-A97F-0312-A573F7530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5105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6E39-5E78-A217-149A-D15F405B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7F2F48C1-F8FE-E2D5-650E-107B01441403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组合系统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FB9D6A3A-B37A-7D49-3D77-27ACC4CC4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05548C-6475-F70E-DC4D-6C0DF5A643DA}"/>
              </a:ext>
            </a:extLst>
          </p:cNvPr>
          <p:cNvSpPr txBox="1"/>
          <p:nvPr/>
        </p:nvSpPr>
        <p:spPr>
          <a:xfrm>
            <a:off x="9549376" y="6452920"/>
            <a:ext cx="11255060" cy="1836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</a:t>
            </a:r>
            <a:endParaRPr lang="en-US" altLang="zh-CN" sz="4252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思路：将系统的线性部分和非线性部分视作不同的分量</a:t>
            </a:r>
            <a:endParaRPr lang="en-US" altLang="zh-CN" sz="3542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预期效果：同时模拟系统的线性部分和非线性部分</a:t>
            </a:r>
            <a:endParaRPr lang="zh-CN" altLang="en-US" sz="3542" dirty="0"/>
          </a:p>
        </p:txBody>
      </p:sp>
      <p:pic>
        <p:nvPicPr>
          <p:cNvPr id="2" name="Picture" title="fig:">
            <a:extLst>
              <a:ext uri="{FF2B5EF4-FFF2-40B4-BE49-F238E27FC236}">
                <a16:creationId xmlns:a16="http://schemas.microsoft.com/office/drawing/2014/main" id="{92645B03-786C-0385-04CE-3F39029333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0679723" y="8092483"/>
            <a:ext cx="6784651" cy="530426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2814FA5F-5C43-74F3-8B91-D5F3510244CB}"/>
              </a:ext>
            </a:extLst>
          </p:cNvPr>
          <p:cNvSpPr txBox="1"/>
          <p:nvPr/>
        </p:nvSpPr>
        <p:spPr>
          <a:xfrm>
            <a:off x="10943806" y="12627867"/>
            <a:ext cx="6716972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模型的组合系统结构图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CBEA8AF-797B-C878-B6BE-2016327CB6D0}"/>
              </a:ext>
            </a:extLst>
          </p:cNvPr>
          <p:cNvSpPr/>
          <p:nvPr/>
        </p:nvSpPr>
        <p:spPr>
          <a:xfrm>
            <a:off x="21446101" y="10130453"/>
            <a:ext cx="6165292" cy="3266288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F59B1B2-E460-0A4C-1D16-A4B3BD6B0FDA}"/>
              </a:ext>
            </a:extLst>
          </p:cNvPr>
          <p:cNvSpPr txBox="1"/>
          <p:nvPr/>
        </p:nvSpPr>
        <p:spPr>
          <a:xfrm>
            <a:off x="23550209" y="13396740"/>
            <a:ext cx="1957065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线性分量 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59FC04E5-EE99-F9F1-4237-8500289A5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2D1BC8-09CC-C337-3B8E-B43A7B5A0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4176" y="9606679"/>
            <a:ext cx="1717739" cy="841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F3E430B-01DC-8C0A-5346-C76A4041B9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97"/>
          <a:stretch/>
        </p:blipFill>
        <p:spPr>
          <a:xfrm>
            <a:off x="10953770" y="10468981"/>
            <a:ext cx="5839333" cy="1117200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15465FC-8C1F-CA4C-CF0A-C85D9EBA247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851913" y="10027194"/>
            <a:ext cx="408185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915048B-E228-1E22-5B5F-E1BE53FF241A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18141529" y="11079068"/>
            <a:ext cx="2007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2B27461-322D-689D-D96B-0B7852266220}"/>
              </a:ext>
            </a:extLst>
          </p:cNvPr>
          <p:cNvCxnSpPr>
            <a:cxnSpLocks/>
          </p:cNvCxnSpPr>
          <p:nvPr/>
        </p:nvCxnSpPr>
        <p:spPr>
          <a:xfrm>
            <a:off x="17933765" y="10027201"/>
            <a:ext cx="0" cy="8432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3017C7A3-2287-234E-5350-3DAC8021B672}"/>
              </a:ext>
            </a:extLst>
          </p:cNvPr>
          <p:cNvSpPr/>
          <p:nvPr/>
        </p:nvSpPr>
        <p:spPr>
          <a:xfrm>
            <a:off x="17726018" y="10871323"/>
            <a:ext cx="415513" cy="41551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32" dirty="0">
                <a:solidFill>
                  <a:schemeClr val="tx1"/>
                </a:solidFill>
              </a:rPr>
              <a:t>+</a:t>
            </a:r>
            <a:endParaRPr lang="zh-CN" altLang="en-US" sz="7232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1465017-EFFE-B8EF-947B-793EF1FC1741}"/>
              </a:ext>
            </a:extLst>
          </p:cNvPr>
          <p:cNvCxnSpPr>
            <a:cxnSpLocks/>
          </p:cNvCxnSpPr>
          <p:nvPr/>
        </p:nvCxnSpPr>
        <p:spPr>
          <a:xfrm>
            <a:off x="16657708" y="11087603"/>
            <a:ext cx="1058707" cy="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091313F-CB00-A2EF-A009-9E0910E79494}"/>
              </a:ext>
            </a:extLst>
          </p:cNvPr>
          <p:cNvCxnSpPr>
            <a:cxnSpLocks/>
          </p:cNvCxnSpPr>
          <p:nvPr/>
        </p:nvCxnSpPr>
        <p:spPr>
          <a:xfrm>
            <a:off x="9030856" y="11079188"/>
            <a:ext cx="225212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E2C64AE-B854-218B-300D-B229C3FDA1A3}"/>
              </a:ext>
            </a:extLst>
          </p:cNvPr>
          <p:cNvCxnSpPr>
            <a:cxnSpLocks/>
          </p:cNvCxnSpPr>
          <p:nvPr/>
        </p:nvCxnSpPr>
        <p:spPr>
          <a:xfrm flipV="1">
            <a:off x="10490562" y="10039466"/>
            <a:ext cx="0" cy="10447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2899EE1-A44A-D1C3-EF0B-676D5C058D1A}"/>
              </a:ext>
            </a:extLst>
          </p:cNvPr>
          <p:cNvCxnSpPr>
            <a:cxnSpLocks/>
          </p:cNvCxnSpPr>
          <p:nvPr/>
        </p:nvCxnSpPr>
        <p:spPr>
          <a:xfrm flipV="1">
            <a:off x="10483934" y="10016625"/>
            <a:ext cx="1701507" cy="105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EA9C90C0-AD78-B717-8DDA-98F8F66FA249}"/>
              </a:ext>
            </a:extLst>
          </p:cNvPr>
          <p:cNvSpPr/>
          <p:nvPr/>
        </p:nvSpPr>
        <p:spPr>
          <a:xfrm>
            <a:off x="10944180" y="10468959"/>
            <a:ext cx="6143497" cy="172819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01D7182-9DC5-8A4A-E3F4-43145109148B}"/>
              </a:ext>
            </a:extLst>
          </p:cNvPr>
          <p:cNvSpPr txBox="1"/>
          <p:nvPr/>
        </p:nvSpPr>
        <p:spPr>
          <a:xfrm>
            <a:off x="12993043" y="11553667"/>
            <a:ext cx="3081589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27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Wiener </a:t>
            </a:r>
            <a:r>
              <a:rPr lang="zh-CN" altLang="en-US" sz="2127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</a:t>
            </a:r>
            <a:endParaRPr lang="zh-CN" altLang="en-US" sz="2127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E9857C-6A20-85E1-6A90-EDF5D954E663}"/>
              </a:ext>
            </a:extLst>
          </p:cNvPr>
          <p:cNvSpPr txBox="1"/>
          <p:nvPr/>
        </p:nvSpPr>
        <p:spPr>
          <a:xfrm>
            <a:off x="21533616" y="7438160"/>
            <a:ext cx="6716972" cy="52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模型的组合系统仿真</a:t>
            </a:r>
            <a:endParaRPr lang="en-US" altLang="zh-CN" sz="2833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4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F96B-2076-8E2F-2E63-B2EA8408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2BE36D76-04C0-F126-94C7-2EC81D37425B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组合系统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44F8D84A-D920-09B2-A837-0EBC41310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81DAE8-ABFE-21E9-4DAB-B74AD8B48699}"/>
              </a:ext>
            </a:extLst>
          </p:cNvPr>
          <p:cNvSpPr txBox="1"/>
          <p:nvPr/>
        </p:nvSpPr>
        <p:spPr>
          <a:xfrm>
            <a:off x="9549376" y="6452920"/>
            <a:ext cx="11255060" cy="1836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</a:t>
            </a:r>
            <a:endParaRPr lang="en-US" altLang="zh-CN" sz="4252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思路：将系统的线性部分和非线性部分视作不同的分量</a:t>
            </a:r>
            <a:endParaRPr lang="en-US" altLang="zh-CN" sz="3542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542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预期效果：同时模拟系统的线性部分和非线性部分</a:t>
            </a:r>
            <a:endParaRPr lang="zh-CN" altLang="en-US" sz="3542" dirty="0"/>
          </a:p>
        </p:txBody>
      </p:sp>
      <p:pic>
        <p:nvPicPr>
          <p:cNvPr id="2" name="Picture" title="fig:">
            <a:extLst>
              <a:ext uri="{FF2B5EF4-FFF2-40B4-BE49-F238E27FC236}">
                <a16:creationId xmlns:a16="http://schemas.microsoft.com/office/drawing/2014/main" id="{F2161EAA-EC16-0E7C-72AA-4DCDAA3AFA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0679723" y="8092483"/>
            <a:ext cx="6784651" cy="530426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0" name="椭圆 49">
            <a:extLst>
              <a:ext uri="{FF2B5EF4-FFF2-40B4-BE49-F238E27FC236}">
                <a16:creationId xmlns:a16="http://schemas.microsoft.com/office/drawing/2014/main" id="{FCAB0992-81C0-9981-AC10-4A8D9D422BEE}"/>
              </a:ext>
            </a:extLst>
          </p:cNvPr>
          <p:cNvSpPr/>
          <p:nvPr/>
        </p:nvSpPr>
        <p:spPr>
          <a:xfrm>
            <a:off x="24634124" y="8003953"/>
            <a:ext cx="3388580" cy="250789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9EF036-5E17-0191-53D8-56DC5AE86237}"/>
              </a:ext>
            </a:extLst>
          </p:cNvPr>
          <p:cNvSpPr txBox="1"/>
          <p:nvPr/>
        </p:nvSpPr>
        <p:spPr>
          <a:xfrm>
            <a:off x="27298339" y="7676794"/>
            <a:ext cx="2529097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非线性分量</a:t>
            </a:r>
            <a:endParaRPr lang="en-US" altLang="zh-CN" sz="3188" b="1" dirty="0">
              <a:solidFill>
                <a:srgbClr val="FF0000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A71820-70DA-0D5A-5247-DAF8D9583051}"/>
              </a:ext>
            </a:extLst>
          </p:cNvPr>
          <p:cNvSpPr txBox="1"/>
          <p:nvPr/>
        </p:nvSpPr>
        <p:spPr>
          <a:xfrm>
            <a:off x="10943806" y="12627867"/>
            <a:ext cx="6716972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模型的组合系统结构图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14E5D2F-1FA4-1C2D-F2FB-F4C96897BE72}"/>
              </a:ext>
            </a:extLst>
          </p:cNvPr>
          <p:cNvGrpSpPr/>
          <p:nvPr/>
        </p:nvGrpSpPr>
        <p:grpSpPr>
          <a:xfrm>
            <a:off x="9030855" y="9606674"/>
            <a:ext cx="11118578" cy="2590482"/>
            <a:chOff x="5258482" y="1466171"/>
            <a:chExt cx="5753992" cy="1340604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E73E8644-3F30-00E6-245D-41DA74916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4487" y="1466171"/>
              <a:ext cx="888950" cy="435253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C4C9B0B5-2C11-4CD3-A004-0BBB725DD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097"/>
            <a:stretch/>
          </p:blipFill>
          <p:spPr>
            <a:xfrm>
              <a:off x="6253617" y="1912425"/>
              <a:ext cx="3021921" cy="578164"/>
            </a:xfrm>
            <a:prstGeom prst="rect">
              <a:avLst/>
            </a:prstGeom>
          </p:spPr>
        </p:pic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4B1A0BB-A0D9-C337-26D4-75B8FEBB667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7753437" y="1683798"/>
              <a:ext cx="21124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775D075-E4A9-8DD5-14CF-BF1195AB2205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9973361" y="2228156"/>
              <a:ext cx="10391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C3686EF-25D2-CA50-1756-1C435EF19DB6}"/>
                </a:ext>
              </a:extLst>
            </p:cNvPr>
            <p:cNvCxnSpPr>
              <a:cxnSpLocks/>
            </p:cNvCxnSpPr>
            <p:nvPr/>
          </p:nvCxnSpPr>
          <p:spPr>
            <a:xfrm>
              <a:off x="9865845" y="1683797"/>
              <a:ext cx="0" cy="4364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5B195F3E-3AC3-D26F-905F-339F1D209813}"/>
                </a:ext>
              </a:extLst>
            </p:cNvPr>
            <p:cNvSpPr/>
            <p:nvPr/>
          </p:nvSpPr>
          <p:spPr>
            <a:xfrm>
              <a:off x="9758328" y="2120639"/>
              <a:ext cx="215033" cy="2150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32" dirty="0">
                  <a:solidFill>
                    <a:schemeClr val="tx1"/>
                  </a:solidFill>
                </a:rPr>
                <a:t>+</a:t>
              </a:r>
              <a:endParaRPr lang="zh-CN" altLang="en-US" sz="7232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BF15B847-A5B3-E7D1-2628-60BEECC8B806}"/>
                </a:ext>
              </a:extLst>
            </p:cNvPr>
            <p:cNvCxnSpPr>
              <a:cxnSpLocks/>
            </p:cNvCxnSpPr>
            <p:nvPr/>
          </p:nvCxnSpPr>
          <p:spPr>
            <a:xfrm>
              <a:off x="9205467" y="2232572"/>
              <a:ext cx="547893" cy="1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F9F02F0-50DE-B51F-B554-B4C0ABB37489}"/>
                </a:ext>
              </a:extLst>
            </p:cNvPr>
            <p:cNvCxnSpPr>
              <a:cxnSpLocks/>
            </p:cNvCxnSpPr>
            <p:nvPr/>
          </p:nvCxnSpPr>
          <p:spPr>
            <a:xfrm>
              <a:off x="5258482" y="2228217"/>
              <a:ext cx="116549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2E4758D5-953B-C163-BA77-90DB4A6C2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901" y="1690147"/>
              <a:ext cx="0" cy="54065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4B95B84-5537-A0DF-0CA3-E2C8EC4F76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470" y="1678324"/>
              <a:ext cx="880549" cy="54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298C51B-19C3-8BE7-C8FA-D8DB5147FA4B}"/>
                </a:ext>
              </a:extLst>
            </p:cNvPr>
            <p:cNvSpPr/>
            <p:nvPr/>
          </p:nvSpPr>
          <p:spPr>
            <a:xfrm>
              <a:off x="6248649" y="1912414"/>
              <a:ext cx="3179330" cy="89436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4FFB323-5059-859D-0A97-DBFD74E61208}"/>
                </a:ext>
              </a:extLst>
            </p:cNvPr>
            <p:cNvSpPr txBox="1"/>
            <p:nvPr/>
          </p:nvSpPr>
          <p:spPr>
            <a:xfrm>
              <a:off x="7308962" y="2473765"/>
              <a:ext cx="1594757" cy="217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Wiener </a:t>
              </a:r>
              <a:r>
                <a:rPr lang="zh-CN" altLang="en-US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模型</a:t>
              </a:r>
              <a:endParaRPr lang="zh-CN" altLang="en-US" sz="2127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B8560FC5-C4D1-4ADC-4477-CC6B92339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015000-E55E-F8E8-B37A-011F1B5D2727}"/>
              </a:ext>
            </a:extLst>
          </p:cNvPr>
          <p:cNvSpPr txBox="1"/>
          <p:nvPr/>
        </p:nvSpPr>
        <p:spPr>
          <a:xfrm>
            <a:off x="21533616" y="7438160"/>
            <a:ext cx="6716972" cy="52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模型的组合系统仿真</a:t>
            </a:r>
            <a:endParaRPr lang="en-US" altLang="zh-CN" sz="2833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1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58DC-1756-052F-8D00-03329B8F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520835F0-D70F-EFEC-1E47-1A6E531D2784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组合系统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FA72F826-C7B5-4E78-B360-6641C10BB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" title="fig:">
            <a:extLst>
              <a:ext uri="{FF2B5EF4-FFF2-40B4-BE49-F238E27FC236}">
                <a16:creationId xmlns:a16="http://schemas.microsoft.com/office/drawing/2014/main" id="{7D4D3640-733A-D1C2-121E-502FFAEA05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341703" y="7159734"/>
            <a:ext cx="7163419" cy="54754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9F13BA8-EC8C-0765-761D-B366D9BFAC83}"/>
              </a:ext>
            </a:extLst>
          </p:cNvPr>
          <p:cNvSpPr txBox="1"/>
          <p:nvPr/>
        </p:nvSpPr>
        <p:spPr>
          <a:xfrm>
            <a:off x="9718614" y="12542276"/>
            <a:ext cx="7537984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模型的组合系统仿真结果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06FB215-6095-3C93-E84F-EE721F105294}"/>
              </a:ext>
            </a:extLst>
          </p:cNvPr>
          <p:cNvGrpSpPr/>
          <p:nvPr/>
        </p:nvGrpSpPr>
        <p:grpSpPr>
          <a:xfrm>
            <a:off x="19823556" y="6755637"/>
            <a:ext cx="8634717" cy="6198179"/>
            <a:chOff x="6843648" y="2256084"/>
            <a:chExt cx="5086338" cy="3665488"/>
          </a:xfrm>
        </p:grpSpPr>
        <p:pic>
          <p:nvPicPr>
            <p:cNvPr id="75" name="Picture" title="fig:">
              <a:extLst>
                <a:ext uri="{FF2B5EF4-FFF2-40B4-BE49-F238E27FC236}">
                  <a16:creationId xmlns:a16="http://schemas.microsoft.com/office/drawing/2014/main" id="{1D855023-BFED-9686-B3A4-D58CA4E17A8F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843648" y="2256084"/>
              <a:ext cx="4838340" cy="3665488"/>
            </a:xfrm>
            <a:prstGeom prst="rect">
              <a:avLst/>
            </a:prstGeom>
            <a:noFill/>
            <a:ln w="9525">
              <a:noFill/>
              <a:headEnd/>
              <a:tailEnd/>
            </a:ln>
          </p:spPr>
        </p:pic>
        <p:sp>
          <p:nvSpPr>
            <p:cNvPr id="76" name="箭头: 下 75">
              <a:extLst>
                <a:ext uri="{FF2B5EF4-FFF2-40B4-BE49-F238E27FC236}">
                  <a16:creationId xmlns:a16="http://schemas.microsoft.com/office/drawing/2014/main" id="{BF52B98D-AFFD-1C93-C958-85FB6FE1EF2F}"/>
                </a:ext>
              </a:extLst>
            </p:cNvPr>
            <p:cNvSpPr/>
            <p:nvPr/>
          </p:nvSpPr>
          <p:spPr>
            <a:xfrm>
              <a:off x="8947179" y="3538686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77" name="箭头: 下 76">
              <a:extLst>
                <a:ext uri="{FF2B5EF4-FFF2-40B4-BE49-F238E27FC236}">
                  <a16:creationId xmlns:a16="http://schemas.microsoft.com/office/drawing/2014/main" id="{F6D2CBE3-76AF-4CBD-F185-1AA7A0A151BF}"/>
                </a:ext>
              </a:extLst>
            </p:cNvPr>
            <p:cNvSpPr/>
            <p:nvPr/>
          </p:nvSpPr>
          <p:spPr>
            <a:xfrm>
              <a:off x="9049690" y="327070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78" name="箭头: 下 77">
              <a:extLst>
                <a:ext uri="{FF2B5EF4-FFF2-40B4-BE49-F238E27FC236}">
                  <a16:creationId xmlns:a16="http://schemas.microsoft.com/office/drawing/2014/main" id="{CC49625E-7B17-B4A4-3D01-EC8CA18E628A}"/>
                </a:ext>
              </a:extLst>
            </p:cNvPr>
            <p:cNvSpPr/>
            <p:nvPr/>
          </p:nvSpPr>
          <p:spPr>
            <a:xfrm>
              <a:off x="9160307" y="3062772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79" name="箭头: 下 78">
              <a:extLst>
                <a:ext uri="{FF2B5EF4-FFF2-40B4-BE49-F238E27FC236}">
                  <a16:creationId xmlns:a16="http://schemas.microsoft.com/office/drawing/2014/main" id="{850F65F4-5E37-873A-2281-BC264F2DB0E9}"/>
                </a:ext>
              </a:extLst>
            </p:cNvPr>
            <p:cNvSpPr/>
            <p:nvPr/>
          </p:nvSpPr>
          <p:spPr>
            <a:xfrm>
              <a:off x="9346972" y="2794789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 dirty="0"/>
            </a:p>
          </p:txBody>
        </p:sp>
        <p:sp>
          <p:nvSpPr>
            <p:cNvPr id="80" name="箭头: 下 79">
              <a:extLst>
                <a:ext uri="{FF2B5EF4-FFF2-40B4-BE49-F238E27FC236}">
                  <a16:creationId xmlns:a16="http://schemas.microsoft.com/office/drawing/2014/main" id="{CF5DCB64-6DF8-5AFB-76FF-97A8E536B5E5}"/>
                </a:ext>
              </a:extLst>
            </p:cNvPr>
            <p:cNvSpPr/>
            <p:nvPr/>
          </p:nvSpPr>
          <p:spPr>
            <a:xfrm>
              <a:off x="9510703" y="2660797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81" name="箭头: 下 80">
              <a:extLst>
                <a:ext uri="{FF2B5EF4-FFF2-40B4-BE49-F238E27FC236}">
                  <a16:creationId xmlns:a16="http://schemas.microsoft.com/office/drawing/2014/main" id="{6A96EC6A-4590-0F69-F572-105C99C5FD74}"/>
                </a:ext>
              </a:extLst>
            </p:cNvPr>
            <p:cNvSpPr/>
            <p:nvPr/>
          </p:nvSpPr>
          <p:spPr>
            <a:xfrm>
              <a:off x="9725693" y="251158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82" name="箭头: 下 81">
              <a:extLst>
                <a:ext uri="{FF2B5EF4-FFF2-40B4-BE49-F238E27FC236}">
                  <a16:creationId xmlns:a16="http://schemas.microsoft.com/office/drawing/2014/main" id="{291147EC-A391-2D22-0559-8841F272CE68}"/>
                </a:ext>
              </a:extLst>
            </p:cNvPr>
            <p:cNvSpPr/>
            <p:nvPr/>
          </p:nvSpPr>
          <p:spPr>
            <a:xfrm>
              <a:off x="9940683" y="2392814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6221E6F7-2F95-E65D-F6CC-A547F43F68BB}"/>
                </a:ext>
              </a:extLst>
            </p:cNvPr>
            <p:cNvSpPr txBox="1"/>
            <p:nvPr/>
          </p:nvSpPr>
          <p:spPr>
            <a:xfrm>
              <a:off x="9166057" y="4349851"/>
              <a:ext cx="2763929" cy="71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2" dirty="0">
                  <a:solidFill>
                    <a:srgbClr val="FF0000"/>
                  </a:solidFill>
                </a:rPr>
                <a:t>震级提升</a:t>
              </a:r>
              <a:r>
                <a:rPr lang="en-US" altLang="zh-CN" sz="7232" dirty="0">
                  <a:solidFill>
                    <a:srgbClr val="FF0000"/>
                  </a:solidFill>
                </a:rPr>
                <a:t>:</a:t>
              </a:r>
            </a:p>
          </p:txBody>
        </p:sp>
        <p:sp>
          <p:nvSpPr>
            <p:cNvPr id="84" name="箭头: 右 83">
              <a:extLst>
                <a:ext uri="{FF2B5EF4-FFF2-40B4-BE49-F238E27FC236}">
                  <a16:creationId xmlns:a16="http://schemas.microsoft.com/office/drawing/2014/main" id="{C8A889E0-B0BE-425E-861A-AA1F475FE101}"/>
                </a:ext>
              </a:extLst>
            </p:cNvPr>
            <p:cNvSpPr/>
            <p:nvPr/>
          </p:nvSpPr>
          <p:spPr>
            <a:xfrm rot="19110544">
              <a:off x="8465471" y="3462694"/>
              <a:ext cx="2390562" cy="23761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</p:grp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0DE71BF4-974C-0981-A764-C1E3A5D11569}"/>
              </a:ext>
            </a:extLst>
          </p:cNvPr>
          <p:cNvCxnSpPr>
            <a:cxnSpLocks/>
          </p:cNvCxnSpPr>
          <p:nvPr/>
        </p:nvCxnSpPr>
        <p:spPr>
          <a:xfrm flipV="1">
            <a:off x="21399930" y="10734903"/>
            <a:ext cx="209101" cy="195788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E41F502-9BBA-A194-4C5F-CE7B2DE8C9BC}"/>
              </a:ext>
            </a:extLst>
          </p:cNvPr>
          <p:cNvSpPr txBox="1"/>
          <p:nvPr/>
        </p:nvSpPr>
        <p:spPr>
          <a:xfrm>
            <a:off x="18781290" y="12692789"/>
            <a:ext cx="5237295" cy="34311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7232" dirty="0">
                <a:solidFill>
                  <a:schemeClr val="accent1">
                    <a:lumMod val="75000"/>
                  </a:schemeClr>
                </a:solidFill>
              </a:rPr>
              <a:t>系统频率响应平滑近似线性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435F20A-4154-BF35-D439-9178C415691F}"/>
              </a:ext>
            </a:extLst>
          </p:cNvPr>
          <p:cNvSpPr txBox="1"/>
          <p:nvPr/>
        </p:nvSpPr>
        <p:spPr>
          <a:xfrm>
            <a:off x="23742622" y="10896967"/>
            <a:ext cx="3423509" cy="34311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1. </a:t>
            </a:r>
            <a:r>
              <a:rPr lang="zh-CN" altLang="en-US" sz="7232" dirty="0">
                <a:solidFill>
                  <a:srgbClr val="FF0000"/>
                </a:solidFill>
              </a:rPr>
              <a:t>谐振峰值上升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B327913-AA2F-A9CC-833E-8474C12A493D}"/>
              </a:ext>
            </a:extLst>
          </p:cNvPr>
          <p:cNvSpPr txBox="1"/>
          <p:nvPr/>
        </p:nvSpPr>
        <p:spPr>
          <a:xfrm>
            <a:off x="23756384" y="11629435"/>
            <a:ext cx="3423509" cy="34311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2. </a:t>
            </a:r>
            <a:r>
              <a:rPr lang="zh-CN" altLang="en-US" sz="7232" dirty="0">
                <a:solidFill>
                  <a:srgbClr val="FF0000"/>
                </a:solidFill>
              </a:rPr>
              <a:t>中心频率右移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496EFFF-1875-1F8B-A4F4-0E54583A4D3D}"/>
              </a:ext>
            </a:extLst>
          </p:cNvPr>
          <p:cNvSpPr txBox="1"/>
          <p:nvPr/>
        </p:nvSpPr>
        <p:spPr>
          <a:xfrm>
            <a:off x="14284818" y="5635907"/>
            <a:ext cx="11077469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对比预期模拟的</a:t>
            </a:r>
            <a:r>
              <a:rPr lang="en-US" altLang="zh-CN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</a:t>
            </a:r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非线性系统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箭头: 右 93">
            <a:extLst>
              <a:ext uri="{FF2B5EF4-FFF2-40B4-BE49-F238E27FC236}">
                <a16:creationId xmlns:a16="http://schemas.microsoft.com/office/drawing/2014/main" id="{C7BD718D-CEEA-0658-3560-4D2F392C9C3F}"/>
              </a:ext>
            </a:extLst>
          </p:cNvPr>
          <p:cNvSpPr/>
          <p:nvPr/>
        </p:nvSpPr>
        <p:spPr>
          <a:xfrm>
            <a:off x="18032064" y="7590981"/>
            <a:ext cx="646418" cy="4158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410625E-ACE3-4C9F-D767-B6F3696B25DF}"/>
              </a:ext>
            </a:extLst>
          </p:cNvPr>
          <p:cNvGrpSpPr/>
          <p:nvPr/>
        </p:nvGrpSpPr>
        <p:grpSpPr>
          <a:xfrm>
            <a:off x="10034646" y="13273180"/>
            <a:ext cx="6976598" cy="1641354"/>
            <a:chOff x="5258482" y="1466171"/>
            <a:chExt cx="5753992" cy="1353719"/>
          </a:xfrm>
        </p:grpSpPr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70DB4AAD-E75F-B53E-1780-DE563D696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4487" y="1466171"/>
              <a:ext cx="888950" cy="435253"/>
            </a:xfrm>
            <a:prstGeom prst="rect">
              <a:avLst/>
            </a:prstGeom>
          </p:spPr>
        </p:pic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631E9842-BC8F-F9D2-A91E-BCBC1B364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097"/>
            <a:stretch/>
          </p:blipFill>
          <p:spPr>
            <a:xfrm>
              <a:off x="6253617" y="1912425"/>
              <a:ext cx="3021921" cy="578164"/>
            </a:xfrm>
            <a:prstGeom prst="rect">
              <a:avLst/>
            </a:prstGeom>
          </p:spPr>
        </p:pic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A3DA80A2-3560-9643-79D7-BFE3107D3EF8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7753437" y="1683798"/>
              <a:ext cx="21124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9BD40986-8AE6-5B7C-4CEE-313E33B317E3}"/>
                </a:ext>
              </a:extLst>
            </p:cNvPr>
            <p:cNvCxnSpPr>
              <a:cxnSpLocks/>
              <a:stCxn id="101" idx="6"/>
            </p:cNvCxnSpPr>
            <p:nvPr/>
          </p:nvCxnSpPr>
          <p:spPr>
            <a:xfrm>
              <a:off x="9973361" y="2228156"/>
              <a:ext cx="10391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61313177-55A2-7EEE-945B-BFBFB2C42726}"/>
                </a:ext>
              </a:extLst>
            </p:cNvPr>
            <p:cNvCxnSpPr>
              <a:cxnSpLocks/>
            </p:cNvCxnSpPr>
            <p:nvPr/>
          </p:nvCxnSpPr>
          <p:spPr>
            <a:xfrm>
              <a:off x="9865845" y="1683797"/>
              <a:ext cx="0" cy="4364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72D71721-2A32-6881-6CAF-392E98861714}"/>
                </a:ext>
              </a:extLst>
            </p:cNvPr>
            <p:cNvSpPr/>
            <p:nvPr/>
          </p:nvSpPr>
          <p:spPr>
            <a:xfrm>
              <a:off x="9758328" y="2120639"/>
              <a:ext cx="215033" cy="2150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32" dirty="0">
                  <a:solidFill>
                    <a:schemeClr val="tx1"/>
                  </a:solidFill>
                </a:rPr>
                <a:t>+</a:t>
              </a:r>
              <a:endParaRPr lang="zh-CN" altLang="en-US" sz="7232" dirty="0">
                <a:solidFill>
                  <a:schemeClr val="tx1"/>
                </a:solidFill>
              </a:endParaRP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40E14EE2-B920-043B-D4C3-6C390A437BED}"/>
                </a:ext>
              </a:extLst>
            </p:cNvPr>
            <p:cNvCxnSpPr>
              <a:cxnSpLocks/>
            </p:cNvCxnSpPr>
            <p:nvPr/>
          </p:nvCxnSpPr>
          <p:spPr>
            <a:xfrm>
              <a:off x="9205467" y="2232572"/>
              <a:ext cx="547893" cy="1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DEB06C6D-9242-03A2-FF85-371CED9F3174}"/>
                </a:ext>
              </a:extLst>
            </p:cNvPr>
            <p:cNvCxnSpPr>
              <a:cxnSpLocks/>
            </p:cNvCxnSpPr>
            <p:nvPr/>
          </p:nvCxnSpPr>
          <p:spPr>
            <a:xfrm>
              <a:off x="5258482" y="2228217"/>
              <a:ext cx="116549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8C7CD696-BE57-C809-D0B3-F101518E8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901" y="1690147"/>
              <a:ext cx="0" cy="54065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CFA6F52D-CA4E-29EF-736D-FA6AA4F42C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470" y="1678324"/>
              <a:ext cx="880549" cy="54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887D439C-7E03-9D8A-F591-CE5749F7137E}"/>
                </a:ext>
              </a:extLst>
            </p:cNvPr>
            <p:cNvSpPr/>
            <p:nvPr/>
          </p:nvSpPr>
          <p:spPr>
            <a:xfrm>
              <a:off x="6248649" y="1912414"/>
              <a:ext cx="3179330" cy="89436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264291F-1B87-C519-1FDB-FF12CC585244}"/>
                </a:ext>
              </a:extLst>
            </p:cNvPr>
            <p:cNvSpPr txBox="1"/>
            <p:nvPr/>
          </p:nvSpPr>
          <p:spPr>
            <a:xfrm>
              <a:off x="7308962" y="2473766"/>
              <a:ext cx="1594756" cy="346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Wiener </a:t>
              </a:r>
              <a:r>
                <a:rPr lang="zh-CN" altLang="en-US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模型</a:t>
              </a:r>
              <a:endParaRPr lang="zh-CN" altLang="en-US" sz="2127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D53F39FB-1DD4-2295-A896-0C33490E7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480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B949-B355-0931-821F-638DADFC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FBAB6C6-119E-E1F8-F203-5061792CE865}"/>
              </a:ext>
            </a:extLst>
          </p:cNvPr>
          <p:cNvGrpSpPr/>
          <p:nvPr/>
        </p:nvGrpSpPr>
        <p:grpSpPr>
          <a:xfrm>
            <a:off x="19823556" y="6755637"/>
            <a:ext cx="8634717" cy="6198179"/>
            <a:chOff x="6843648" y="2256084"/>
            <a:chExt cx="5086338" cy="3665488"/>
          </a:xfrm>
        </p:grpSpPr>
        <p:pic>
          <p:nvPicPr>
            <p:cNvPr id="13" name="Picture" title="fig:">
              <a:extLst>
                <a:ext uri="{FF2B5EF4-FFF2-40B4-BE49-F238E27FC236}">
                  <a16:creationId xmlns:a16="http://schemas.microsoft.com/office/drawing/2014/main" id="{BFB489BB-1702-549E-7FE0-0DE059AE0166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843648" y="2256084"/>
              <a:ext cx="4838340" cy="3665488"/>
            </a:xfrm>
            <a:prstGeom prst="rect">
              <a:avLst/>
            </a:prstGeom>
            <a:noFill/>
            <a:ln w="9525">
              <a:noFill/>
              <a:headEnd/>
              <a:tailEnd/>
            </a:ln>
          </p:spPr>
        </p:pic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18A19A91-A122-8BB4-51D6-2BA021ED190E}"/>
                </a:ext>
              </a:extLst>
            </p:cNvPr>
            <p:cNvSpPr/>
            <p:nvPr/>
          </p:nvSpPr>
          <p:spPr>
            <a:xfrm>
              <a:off x="8947179" y="3538686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1" name="箭头: 下 20">
              <a:extLst>
                <a:ext uri="{FF2B5EF4-FFF2-40B4-BE49-F238E27FC236}">
                  <a16:creationId xmlns:a16="http://schemas.microsoft.com/office/drawing/2014/main" id="{207745FF-6107-6103-AEF3-516A569B1034}"/>
                </a:ext>
              </a:extLst>
            </p:cNvPr>
            <p:cNvSpPr/>
            <p:nvPr/>
          </p:nvSpPr>
          <p:spPr>
            <a:xfrm>
              <a:off x="9049690" y="327070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C2F0F73-61B4-90A9-2A1F-67A16E65DE57}"/>
                </a:ext>
              </a:extLst>
            </p:cNvPr>
            <p:cNvSpPr/>
            <p:nvPr/>
          </p:nvSpPr>
          <p:spPr>
            <a:xfrm>
              <a:off x="9160307" y="3062772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B538B23E-882D-7293-6BA4-8D0B8FA7BB26}"/>
                </a:ext>
              </a:extLst>
            </p:cNvPr>
            <p:cNvSpPr/>
            <p:nvPr/>
          </p:nvSpPr>
          <p:spPr>
            <a:xfrm>
              <a:off x="9346972" y="2794789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 dirty="0"/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4526FD7C-2735-9C7B-F53B-047FA7DEA743}"/>
                </a:ext>
              </a:extLst>
            </p:cNvPr>
            <p:cNvSpPr/>
            <p:nvPr/>
          </p:nvSpPr>
          <p:spPr>
            <a:xfrm>
              <a:off x="9510703" y="2660797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7" name="箭头: 下 26">
              <a:extLst>
                <a:ext uri="{FF2B5EF4-FFF2-40B4-BE49-F238E27FC236}">
                  <a16:creationId xmlns:a16="http://schemas.microsoft.com/office/drawing/2014/main" id="{D426EE8E-A570-54AE-9308-E563E8DC21C0}"/>
                </a:ext>
              </a:extLst>
            </p:cNvPr>
            <p:cNvSpPr/>
            <p:nvPr/>
          </p:nvSpPr>
          <p:spPr>
            <a:xfrm>
              <a:off x="9725693" y="251158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490C6F81-F381-726E-2F12-76FA9D5046DC}"/>
                </a:ext>
              </a:extLst>
            </p:cNvPr>
            <p:cNvSpPr/>
            <p:nvPr/>
          </p:nvSpPr>
          <p:spPr>
            <a:xfrm>
              <a:off x="9940683" y="2392814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A7402B8-74FC-F64A-1EB5-DD62820F024D}"/>
                </a:ext>
              </a:extLst>
            </p:cNvPr>
            <p:cNvSpPr txBox="1"/>
            <p:nvPr/>
          </p:nvSpPr>
          <p:spPr>
            <a:xfrm>
              <a:off x="9166057" y="4349851"/>
              <a:ext cx="2763929" cy="71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2" dirty="0">
                  <a:solidFill>
                    <a:srgbClr val="FF0000"/>
                  </a:solidFill>
                </a:rPr>
                <a:t>震级提升</a:t>
              </a:r>
              <a:r>
                <a:rPr lang="en-US" altLang="zh-CN" sz="7232" dirty="0">
                  <a:solidFill>
                    <a:srgbClr val="FF0000"/>
                  </a:solidFill>
                </a:rPr>
                <a:t>:</a:t>
              </a:r>
            </a:p>
          </p:txBody>
        </p:sp>
        <p:sp>
          <p:nvSpPr>
            <p:cNvPr id="30" name="箭头: 右 29">
              <a:extLst>
                <a:ext uri="{FF2B5EF4-FFF2-40B4-BE49-F238E27FC236}">
                  <a16:creationId xmlns:a16="http://schemas.microsoft.com/office/drawing/2014/main" id="{6D3B3883-C085-5475-329B-938111D867E7}"/>
                </a:ext>
              </a:extLst>
            </p:cNvPr>
            <p:cNvSpPr/>
            <p:nvPr/>
          </p:nvSpPr>
          <p:spPr>
            <a:xfrm rot="19110544">
              <a:off x="8465471" y="3462694"/>
              <a:ext cx="2390562" cy="23761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C55D324-6937-F830-4999-38569C397717}"/>
              </a:ext>
            </a:extLst>
          </p:cNvPr>
          <p:cNvCxnSpPr>
            <a:cxnSpLocks/>
          </p:cNvCxnSpPr>
          <p:nvPr/>
        </p:nvCxnSpPr>
        <p:spPr>
          <a:xfrm flipV="1">
            <a:off x="21399930" y="10734903"/>
            <a:ext cx="209101" cy="195788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EDC2484-451E-B457-8B3E-9F30491F4F94}"/>
              </a:ext>
            </a:extLst>
          </p:cNvPr>
          <p:cNvSpPr txBox="1"/>
          <p:nvPr/>
        </p:nvSpPr>
        <p:spPr>
          <a:xfrm>
            <a:off x="18781290" y="12692789"/>
            <a:ext cx="5237295" cy="3431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7232" dirty="0">
                <a:solidFill>
                  <a:schemeClr val="accent1">
                    <a:lumMod val="75000"/>
                  </a:schemeClr>
                </a:solidFill>
              </a:rPr>
              <a:t>系统频率响应平滑近似线性</a:t>
            </a:r>
          </a:p>
        </p:txBody>
      </p:sp>
      <p:sp>
        <p:nvSpPr>
          <p:cNvPr id="6" name="标题 802817">
            <a:extLst>
              <a:ext uri="{FF2B5EF4-FFF2-40B4-BE49-F238E27FC236}">
                <a16:creationId xmlns:a16="http://schemas.microsoft.com/office/drawing/2014/main" id="{6417839B-A3D7-34FD-7C87-8BA00055F78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组合系统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B7DF6C36-2001-D604-0532-EA649E800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" title="fig:">
            <a:extLst>
              <a:ext uri="{FF2B5EF4-FFF2-40B4-BE49-F238E27FC236}">
                <a16:creationId xmlns:a16="http://schemas.microsoft.com/office/drawing/2014/main" id="{7921B1E3-F00E-642F-329A-B445F43705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9341703" y="7159734"/>
            <a:ext cx="7163419" cy="54754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4BBD39-7254-E201-1465-7465A64745B6}"/>
              </a:ext>
            </a:extLst>
          </p:cNvPr>
          <p:cNvSpPr txBox="1"/>
          <p:nvPr/>
        </p:nvSpPr>
        <p:spPr>
          <a:xfrm>
            <a:off x="23742622" y="10896967"/>
            <a:ext cx="3423509" cy="3431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1. </a:t>
            </a:r>
            <a:r>
              <a:rPr lang="zh-CN" altLang="en-US" sz="7232" dirty="0">
                <a:solidFill>
                  <a:srgbClr val="FF0000"/>
                </a:solidFill>
              </a:rPr>
              <a:t>谐振峰值上升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A11ACD-C79E-8443-C8B5-24669CE60275}"/>
              </a:ext>
            </a:extLst>
          </p:cNvPr>
          <p:cNvSpPr txBox="1"/>
          <p:nvPr/>
        </p:nvSpPr>
        <p:spPr>
          <a:xfrm>
            <a:off x="23756384" y="11629435"/>
            <a:ext cx="3423509" cy="3431132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2. </a:t>
            </a:r>
            <a:r>
              <a:rPr lang="zh-CN" altLang="en-US" sz="7232" dirty="0">
                <a:solidFill>
                  <a:srgbClr val="FF0000"/>
                </a:solidFill>
              </a:rPr>
              <a:t>中心频率右移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E663D01-8F5B-BEE1-8D73-E73181FDFD94}"/>
              </a:ext>
            </a:extLst>
          </p:cNvPr>
          <p:cNvCxnSpPr>
            <a:cxnSpLocks/>
          </p:cNvCxnSpPr>
          <p:nvPr/>
        </p:nvCxnSpPr>
        <p:spPr>
          <a:xfrm>
            <a:off x="14132658" y="10009551"/>
            <a:ext cx="4535900" cy="2944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8F4871D-5EFE-10EE-49E5-E669591BBB2F}"/>
              </a:ext>
            </a:extLst>
          </p:cNvPr>
          <p:cNvCxnSpPr>
            <a:cxnSpLocks/>
          </p:cNvCxnSpPr>
          <p:nvPr/>
        </p:nvCxnSpPr>
        <p:spPr>
          <a:xfrm>
            <a:off x="15678621" y="7537079"/>
            <a:ext cx="7976981" cy="36870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1C2CF44-1B8C-A7AF-F164-39244731EA9C}"/>
              </a:ext>
            </a:extLst>
          </p:cNvPr>
          <p:cNvCxnSpPr>
            <a:cxnSpLocks/>
          </p:cNvCxnSpPr>
          <p:nvPr/>
        </p:nvCxnSpPr>
        <p:spPr>
          <a:xfrm flipV="1">
            <a:off x="25255195" y="12413239"/>
            <a:ext cx="293159" cy="1803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4C0DCA6-3235-E91B-A90F-AD79DA5D30C0}"/>
              </a:ext>
            </a:extLst>
          </p:cNvPr>
          <p:cNvSpPr txBox="1"/>
          <p:nvPr/>
        </p:nvSpPr>
        <p:spPr>
          <a:xfrm>
            <a:off x="17011243" y="11545182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chemeClr val="accent6"/>
                </a:solidFill>
              </a:rPr>
              <a:t>可以模拟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E9228E-264C-B683-AD12-689A89AEA34F}"/>
              </a:ext>
            </a:extLst>
          </p:cNvPr>
          <p:cNvSpPr txBox="1"/>
          <p:nvPr/>
        </p:nvSpPr>
        <p:spPr>
          <a:xfrm>
            <a:off x="18124816" y="8270149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chemeClr val="accent6"/>
                </a:solidFill>
              </a:rPr>
              <a:t>可以模拟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BB0B47-FF80-1804-359D-20EEA30829D5}"/>
              </a:ext>
            </a:extLst>
          </p:cNvPr>
          <p:cNvSpPr txBox="1"/>
          <p:nvPr/>
        </p:nvSpPr>
        <p:spPr>
          <a:xfrm>
            <a:off x="25255198" y="13273179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rgbClr val="FF0000"/>
                </a:solidFill>
              </a:rPr>
              <a:t>不能模拟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A9BC55A-917F-E30E-CC9E-EDE14C98609A}"/>
              </a:ext>
            </a:extLst>
          </p:cNvPr>
          <p:cNvSpPr txBox="1"/>
          <p:nvPr/>
        </p:nvSpPr>
        <p:spPr>
          <a:xfrm>
            <a:off x="14284818" y="5635907"/>
            <a:ext cx="11077469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对比预期模拟的</a:t>
            </a:r>
            <a:r>
              <a:rPr lang="en-US" altLang="zh-CN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</a:t>
            </a:r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非线性系统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91EB8E4-D7F1-C82C-6845-64FFA671C411}"/>
              </a:ext>
            </a:extLst>
          </p:cNvPr>
          <p:cNvGrpSpPr/>
          <p:nvPr/>
        </p:nvGrpSpPr>
        <p:grpSpPr>
          <a:xfrm>
            <a:off x="10034646" y="13273180"/>
            <a:ext cx="6976598" cy="1641354"/>
            <a:chOff x="5258482" y="1466171"/>
            <a:chExt cx="5753992" cy="1353719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30AD1333-E7D5-5ACB-FC87-7905E7ED3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4487" y="1466171"/>
              <a:ext cx="888950" cy="435253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B40F9A45-69F7-A95D-C94F-32E3836D2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097"/>
            <a:stretch/>
          </p:blipFill>
          <p:spPr>
            <a:xfrm>
              <a:off x="6253617" y="1912425"/>
              <a:ext cx="3021921" cy="578164"/>
            </a:xfrm>
            <a:prstGeom prst="rect">
              <a:avLst/>
            </a:prstGeom>
          </p:spPr>
        </p:pic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FFDB8B9-CD4B-ED81-1D7B-7E4F524C2F79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7753437" y="1683798"/>
              <a:ext cx="21124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82DCE83F-2389-7EC4-5E49-B917CCF588D7}"/>
                </a:ext>
              </a:extLst>
            </p:cNvPr>
            <p:cNvCxnSpPr>
              <a:cxnSpLocks/>
              <a:stCxn id="44" idx="6"/>
            </p:cNvCxnSpPr>
            <p:nvPr/>
          </p:nvCxnSpPr>
          <p:spPr>
            <a:xfrm>
              <a:off x="9973361" y="2228156"/>
              <a:ext cx="10391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42AD4C9-5C5D-54D9-E6D7-5F57DEBFAF67}"/>
                </a:ext>
              </a:extLst>
            </p:cNvPr>
            <p:cNvCxnSpPr>
              <a:cxnSpLocks/>
            </p:cNvCxnSpPr>
            <p:nvPr/>
          </p:nvCxnSpPr>
          <p:spPr>
            <a:xfrm>
              <a:off x="9865845" y="1683797"/>
              <a:ext cx="0" cy="4364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0BB7EBB-8406-6C62-9185-B0E8A831E5F7}"/>
                </a:ext>
              </a:extLst>
            </p:cNvPr>
            <p:cNvSpPr/>
            <p:nvPr/>
          </p:nvSpPr>
          <p:spPr>
            <a:xfrm>
              <a:off x="9758328" y="2120639"/>
              <a:ext cx="215033" cy="2150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32" dirty="0">
                  <a:solidFill>
                    <a:schemeClr val="tx1"/>
                  </a:solidFill>
                </a:rPr>
                <a:t>+</a:t>
              </a:r>
              <a:endParaRPr lang="zh-CN" altLang="en-US" sz="7232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6F5771D2-A676-2343-D46F-9FCC77FF7DEF}"/>
                </a:ext>
              </a:extLst>
            </p:cNvPr>
            <p:cNvCxnSpPr>
              <a:cxnSpLocks/>
            </p:cNvCxnSpPr>
            <p:nvPr/>
          </p:nvCxnSpPr>
          <p:spPr>
            <a:xfrm>
              <a:off x="9205467" y="2232572"/>
              <a:ext cx="547893" cy="1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27F64498-AA94-7899-2BCD-C20146B9F44D}"/>
                </a:ext>
              </a:extLst>
            </p:cNvPr>
            <p:cNvCxnSpPr>
              <a:cxnSpLocks/>
            </p:cNvCxnSpPr>
            <p:nvPr/>
          </p:nvCxnSpPr>
          <p:spPr>
            <a:xfrm>
              <a:off x="5258482" y="2228217"/>
              <a:ext cx="116549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DE7B031-7847-DF2A-020E-9C3ABDD69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901" y="1690147"/>
              <a:ext cx="0" cy="54065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80746328-8CA6-E7C3-A02F-1C60569FB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470" y="1678324"/>
              <a:ext cx="880549" cy="54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92A90E4-C280-DD2D-3CB5-08951DBF662C}"/>
                </a:ext>
              </a:extLst>
            </p:cNvPr>
            <p:cNvSpPr/>
            <p:nvPr/>
          </p:nvSpPr>
          <p:spPr>
            <a:xfrm>
              <a:off x="6248649" y="1912414"/>
              <a:ext cx="3179330" cy="89436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EBDB3DC-9C77-1C86-7DA9-88C1465F32D9}"/>
                </a:ext>
              </a:extLst>
            </p:cNvPr>
            <p:cNvSpPr txBox="1"/>
            <p:nvPr/>
          </p:nvSpPr>
          <p:spPr>
            <a:xfrm>
              <a:off x="7308962" y="2473766"/>
              <a:ext cx="1594756" cy="346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Wiener </a:t>
              </a:r>
              <a:r>
                <a:rPr lang="zh-CN" altLang="en-US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模型</a:t>
              </a:r>
              <a:endParaRPr lang="zh-CN" altLang="en-US" sz="2127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2FB30D87-C5BF-FD41-BC8C-8224CC56ED13}"/>
              </a:ext>
            </a:extLst>
          </p:cNvPr>
          <p:cNvSpPr txBox="1"/>
          <p:nvPr/>
        </p:nvSpPr>
        <p:spPr>
          <a:xfrm>
            <a:off x="9718614" y="12542276"/>
            <a:ext cx="7537984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模型的组合系统仿真结果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63CA9F44-3744-F4A7-3601-DDECF6C01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2429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4D6F-E231-BEBD-96BF-546F6A73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F879795A-AE00-37B7-E425-F1D84731F577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1423EA88-58B3-98C3-9B49-CDE264B75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D2E7D4E-398D-4C58-249D-3ABE81717C86}"/>
              </a:ext>
            </a:extLst>
          </p:cNvPr>
          <p:cNvGrpSpPr/>
          <p:nvPr/>
        </p:nvGrpSpPr>
        <p:grpSpPr>
          <a:xfrm>
            <a:off x="24066675" y="9447281"/>
            <a:ext cx="5754512" cy="4576134"/>
            <a:chOff x="9018725" y="3639003"/>
            <a:chExt cx="3248175" cy="2583030"/>
          </a:xfrm>
        </p:grpSpPr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71EE460F-ED11-5275-556A-9E649494C411}"/>
                </a:ext>
              </a:extLst>
            </p:cNvPr>
            <p:cNvCxnSpPr>
              <a:cxnSpLocks/>
            </p:cNvCxnSpPr>
            <p:nvPr/>
          </p:nvCxnSpPr>
          <p:spPr>
            <a:xfrm>
              <a:off x="9667355" y="4708037"/>
              <a:ext cx="337524" cy="32908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DB07988C-1D3E-0EE3-DEB6-E8FAC9764742}"/>
                </a:ext>
              </a:extLst>
            </p:cNvPr>
            <p:cNvGrpSpPr/>
            <p:nvPr/>
          </p:nvGrpSpPr>
          <p:grpSpPr>
            <a:xfrm>
              <a:off x="9018725" y="3639003"/>
              <a:ext cx="3248175" cy="2583030"/>
              <a:chOff x="9002854" y="3668813"/>
              <a:chExt cx="3248175" cy="2583030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E5549ADE-4C5C-A2C2-1889-4D2BA0FA6006}"/>
                  </a:ext>
                </a:extLst>
              </p:cNvPr>
              <p:cNvSpPr/>
              <p:nvPr/>
            </p:nvSpPr>
            <p:spPr>
              <a:xfrm>
                <a:off x="9002854" y="3959683"/>
                <a:ext cx="829905" cy="8303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62FF543C-1F65-9944-17CB-57B49AB58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65113" y="3899247"/>
                <a:ext cx="576320" cy="12233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4B7F22D7-C7D7-353A-1ED9-9DC6908A4290}"/>
                  </a:ext>
                </a:extLst>
              </p:cNvPr>
              <p:cNvSpPr txBox="1"/>
              <p:nvPr/>
            </p:nvSpPr>
            <p:spPr>
              <a:xfrm>
                <a:off x="9527321" y="4943320"/>
                <a:ext cx="2723708" cy="130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分段非线性</a:t>
                </a:r>
                <a:endParaRPr lang="en-US" altLang="zh-CN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激活函数</a:t>
                </a:r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EF43971F-4E4A-1BF2-1B17-AAE880A5FDD1}"/>
                  </a:ext>
                </a:extLst>
              </p:cNvPr>
              <p:cNvSpPr/>
              <p:nvPr/>
            </p:nvSpPr>
            <p:spPr>
              <a:xfrm>
                <a:off x="9905548" y="3668813"/>
                <a:ext cx="2003580" cy="20035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6FABF402-B620-95AD-6AC2-8C24F7145D22}"/>
                  </a:ext>
                </a:extLst>
              </p:cNvPr>
              <p:cNvGrpSpPr/>
              <p:nvPr/>
            </p:nvGrpSpPr>
            <p:grpSpPr>
              <a:xfrm>
                <a:off x="10150505" y="4022612"/>
                <a:ext cx="1513666" cy="959141"/>
                <a:chOff x="8321040" y="2638050"/>
                <a:chExt cx="2222947" cy="1468634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76B0DE91-2B67-6C7E-94C4-55E27925B1DF}"/>
                    </a:ext>
                  </a:extLst>
                </p:cNvPr>
                <p:cNvSpPr/>
                <p:nvPr/>
              </p:nvSpPr>
              <p:spPr>
                <a:xfrm>
                  <a:off x="8321040" y="2638050"/>
                  <a:ext cx="2222947" cy="1468634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8CF7E764-89CC-BE54-F6D5-5C3F6FD184D8}"/>
                    </a:ext>
                  </a:extLst>
                </p:cNvPr>
                <p:cNvSpPr/>
                <p:nvPr/>
              </p:nvSpPr>
              <p:spPr>
                <a:xfrm>
                  <a:off x="8427720" y="2811780"/>
                  <a:ext cx="2026920" cy="1181100"/>
                </a:xfrm>
                <a:custGeom>
                  <a:avLst/>
                  <a:gdLst>
                    <a:gd name="connsiteX0" fmla="*/ 0 w 2026920"/>
                    <a:gd name="connsiteY0" fmla="*/ 899160 h 1181100"/>
                    <a:gd name="connsiteX1" fmla="*/ 320040 w 2026920"/>
                    <a:gd name="connsiteY1" fmla="*/ 1112520 h 1181100"/>
                    <a:gd name="connsiteX2" fmla="*/ 746760 w 2026920"/>
                    <a:gd name="connsiteY2" fmla="*/ 1181100 h 1181100"/>
                    <a:gd name="connsiteX3" fmla="*/ 1219200 w 2026920"/>
                    <a:gd name="connsiteY3" fmla="*/ 998220 h 1181100"/>
                    <a:gd name="connsiteX4" fmla="*/ 1546860 w 2026920"/>
                    <a:gd name="connsiteY4" fmla="*/ 480060 h 1181100"/>
                    <a:gd name="connsiteX5" fmla="*/ 2026920 w 2026920"/>
                    <a:gd name="connsiteY5" fmla="*/ 0 h 1181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26920" h="1181100">
                      <a:moveTo>
                        <a:pt x="0" y="899160"/>
                      </a:moveTo>
                      <a:lnTo>
                        <a:pt x="320040" y="1112520"/>
                      </a:lnTo>
                      <a:lnTo>
                        <a:pt x="746760" y="1181100"/>
                      </a:lnTo>
                      <a:lnTo>
                        <a:pt x="1219200" y="998220"/>
                      </a:lnTo>
                      <a:lnTo>
                        <a:pt x="1546860" y="480060"/>
                      </a:lnTo>
                      <a:lnTo>
                        <a:pt x="202692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headEnd type="oval" w="med" len="med"/>
                  <a:tailEnd type="oval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</p:grpSp>
        </p:grp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2F77F30B-DB77-2486-817B-AE775586AE43}"/>
              </a:ext>
            </a:extLst>
          </p:cNvPr>
          <p:cNvGrpSpPr/>
          <p:nvPr/>
        </p:nvGrpSpPr>
        <p:grpSpPr>
          <a:xfrm>
            <a:off x="17015390" y="7764496"/>
            <a:ext cx="9045285" cy="7639497"/>
            <a:chOff x="5032224" y="2731422"/>
            <a:chExt cx="5105672" cy="431216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37D93F3-210D-9202-0793-44947D9FC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1787" y="4291600"/>
              <a:ext cx="442415" cy="37779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439E15E-FB2D-AA2E-0917-C078B916E030}"/>
                </a:ext>
              </a:extLst>
            </p:cNvPr>
            <p:cNvGrpSpPr/>
            <p:nvPr/>
          </p:nvGrpSpPr>
          <p:grpSpPr>
            <a:xfrm>
              <a:off x="5536980" y="5364334"/>
              <a:ext cx="785172" cy="723727"/>
              <a:chOff x="5422223" y="4399984"/>
              <a:chExt cx="785172" cy="723727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6C9C8A79-740D-4A8D-9429-E772C5F28712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9586E25-D659-885B-1A3E-049D0D9C267E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9586E25-D659-885B-1A3E-049D0D9C26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D048451-391B-728B-AA8D-F4CD40D6DD37}"/>
                </a:ext>
              </a:extLst>
            </p:cNvPr>
            <p:cNvGrpSpPr/>
            <p:nvPr/>
          </p:nvGrpSpPr>
          <p:grpSpPr>
            <a:xfrm>
              <a:off x="6238962" y="5336118"/>
              <a:ext cx="1283731" cy="723727"/>
              <a:chOff x="5422223" y="4399984"/>
              <a:chExt cx="1283731" cy="723727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1B3C7D3-309D-91CC-B476-843EEF9E3136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C5765CF-C137-1A53-DFF7-98E8EA3C9483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C5765CF-C137-1A53-DFF7-98E8EA3C94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995186E-A23F-A844-347E-E37D0F08D42B}"/>
                </a:ext>
              </a:extLst>
            </p:cNvPr>
            <p:cNvGrpSpPr/>
            <p:nvPr/>
          </p:nvGrpSpPr>
          <p:grpSpPr>
            <a:xfrm>
              <a:off x="6942272" y="5336118"/>
              <a:ext cx="1283731" cy="723727"/>
              <a:chOff x="5422223" y="4399984"/>
              <a:chExt cx="1283731" cy="723727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77B36CE9-C333-96F4-5549-F05F70E27DC9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80BDA0A3-9579-B7FB-DA14-DE6F9609A35D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80BDA0A3-9579-B7FB-DA14-DE6F9609A3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F15129F-2DC3-E838-43D1-349AB1F19BEA}"/>
                </a:ext>
              </a:extLst>
            </p:cNvPr>
            <p:cNvGrpSpPr/>
            <p:nvPr/>
          </p:nvGrpSpPr>
          <p:grpSpPr>
            <a:xfrm>
              <a:off x="5460147" y="4453583"/>
              <a:ext cx="1287459" cy="680320"/>
              <a:chOff x="4937837" y="4220731"/>
              <a:chExt cx="1287459" cy="68032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73B47AAF-357A-96E7-AB68-4FBCB91C014C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7BFF845B-ABFF-2CC9-D208-64613A2F2A50}"/>
                      </a:ext>
                    </a:extLst>
                  </p:cNvPr>
                  <p:cNvSpPr txBox="1"/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7BFF845B-ABFF-2CC9-D208-64613A2F2A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5C72272A-4DF4-C20F-F0EA-938C60FB34F3}"/>
                </a:ext>
              </a:extLst>
            </p:cNvPr>
            <p:cNvGrpSpPr/>
            <p:nvPr/>
          </p:nvGrpSpPr>
          <p:grpSpPr>
            <a:xfrm>
              <a:off x="6607179" y="4441899"/>
              <a:ext cx="1357729" cy="680320"/>
              <a:chOff x="5553498" y="4209047"/>
              <a:chExt cx="1357729" cy="680320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FF70A943-4BBD-BC65-C57D-BB2341699ED1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4C252932-587E-98F2-9A71-A1238249904A}"/>
                      </a:ext>
                    </a:extLst>
                  </p:cNvPr>
                  <p:cNvSpPr txBox="1"/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4C252932-587E-98F2-9A71-A123824990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AC270E1-0DB1-45EC-CCEB-73B83216B109}"/>
                </a:ext>
              </a:extLst>
            </p:cNvPr>
            <p:cNvCxnSpPr>
              <a:cxnSpLocks/>
              <a:stCxn id="12" idx="7"/>
            </p:cNvCxnSpPr>
            <p:nvPr/>
          </p:nvCxnSpPr>
          <p:spPr>
            <a:xfrm flipV="1">
              <a:off x="5760986" y="4712461"/>
              <a:ext cx="341622" cy="6677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04BA54E-C5BC-74F2-0D53-3C70EC9ECBCA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H="1" flipV="1">
              <a:off x="6159758" y="4737861"/>
              <a:ext cx="264800" cy="59825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AAD74B7-5E91-FFB8-CA0D-E6A7C9ACAB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836" y="4712461"/>
              <a:ext cx="919472" cy="72940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DFEE2B7-7D21-250F-CE2F-55DDC324CE05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6424558" y="4733388"/>
              <a:ext cx="218305" cy="6027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2453CE3-F651-8F8C-EE08-3E1F38103D41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flipH="1" flipV="1">
              <a:off x="6668142" y="4709645"/>
              <a:ext cx="421315" cy="6423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72F5E51-B22D-DB27-4D54-5CDA5BF18A2E}"/>
                    </a:ext>
                  </a:extLst>
                </p:cNvPr>
                <p:cNvSpPr txBox="1"/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72F5E51-B22D-DB27-4D54-5CDA5BF18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6373F3B-6D67-FA7E-43A0-F1F15F767504}"/>
                </a:ext>
              </a:extLst>
            </p:cNvPr>
            <p:cNvSpPr/>
            <p:nvPr/>
          </p:nvSpPr>
          <p:spPr>
            <a:xfrm>
              <a:off x="6342549" y="445075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641DBA43-CD4A-8740-0F05-7E513B5B2950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5753358" y="4559395"/>
              <a:ext cx="643512" cy="84521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0520310D-A6E3-A91B-6936-5C7735AF7A3F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H="1" flipV="1">
              <a:off x="6396870" y="4559395"/>
              <a:ext cx="30358" cy="84834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7730FF3-AB38-7E6E-456A-6D78DAD2FD2D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H="1" flipV="1">
              <a:off x="6396870" y="4559395"/>
              <a:ext cx="724355" cy="83104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2E73AC5A-DBF1-0AFA-465D-00C60A0D3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720" y="4543486"/>
              <a:ext cx="226739" cy="16615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7884B07-C2D0-7C9A-AC28-3F886F09A996}"/>
                </a:ext>
              </a:extLst>
            </p:cNvPr>
            <p:cNvCxnSpPr>
              <a:cxnSpLocks/>
              <a:endCxn id="52" idx="5"/>
            </p:cNvCxnSpPr>
            <p:nvPr/>
          </p:nvCxnSpPr>
          <p:spPr>
            <a:xfrm flipH="1" flipV="1">
              <a:off x="6435280" y="4543485"/>
              <a:ext cx="242170" cy="16616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A441C2B-DB21-7E3F-0EA3-2FA68D4883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9283" y="4718811"/>
              <a:ext cx="951942" cy="66071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88E9D7EA-9DDE-B9AF-4E36-8B6EF07C58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4358" y="4687061"/>
              <a:ext cx="533400" cy="63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D41151B-E611-44A6-2609-E6A01AF4642B}"/>
                </a:ext>
              </a:extLst>
            </p:cNvPr>
            <p:cNvSpPr txBox="1"/>
            <p:nvPr/>
          </p:nvSpPr>
          <p:spPr>
            <a:xfrm>
              <a:off x="5074958" y="5735065"/>
              <a:ext cx="2723706" cy="13085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32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IIR</a:t>
              </a:r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线性</a:t>
              </a:r>
              <a:endParaRPr lang="en-US" altLang="zh-CN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循环卷积核</a:t>
              </a:r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D0DC180A-96DB-33B6-3383-DA1D42E4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54419" y="5022701"/>
              <a:ext cx="683523" cy="504557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73353C2D-E8BB-5EF1-2522-EB9F96420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26524" y="5022701"/>
              <a:ext cx="683523" cy="5045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CEF950D4-8C1B-303F-D00B-9F67D5A2B844}"/>
                    </a:ext>
                  </a:extLst>
                </p:cNvPr>
                <p:cNvSpPr txBox="1"/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CEF950D4-8C1B-303F-D00B-9F67D5A2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ACCBF3CE-791D-230C-DC48-3CF1D1BF3DC0}"/>
                </a:ext>
              </a:extLst>
            </p:cNvPr>
            <p:cNvSpPr/>
            <p:nvPr/>
          </p:nvSpPr>
          <p:spPr>
            <a:xfrm>
              <a:off x="9358818" y="6313121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5B623AE-D5EB-E174-D0D3-CF653D2DAA3B}"/>
                </a:ext>
              </a:extLst>
            </p:cNvPr>
            <p:cNvCxnSpPr>
              <a:cxnSpLocks/>
              <a:stCxn id="65" idx="1"/>
            </p:cNvCxnSpPr>
            <p:nvPr/>
          </p:nvCxnSpPr>
          <p:spPr>
            <a:xfrm flipH="1" flipV="1">
              <a:off x="8303367" y="5490006"/>
              <a:ext cx="1071361" cy="839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7A342FBA-05D2-EC54-1619-7BA166CC52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93592" y="5487310"/>
              <a:ext cx="12700" cy="86360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BC8F234-C874-ACE1-2EE1-9412CD7E568F}"/>
                    </a:ext>
                  </a:extLst>
                </p:cNvPr>
                <p:cNvSpPr txBox="1"/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BC8F234-C874-ACE1-2EE1-9412CD7E5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DDDA2F92-C384-BCFA-1649-4D7460403E12}"/>
                </a:ext>
              </a:extLst>
            </p:cNvPr>
            <p:cNvSpPr/>
            <p:nvPr/>
          </p:nvSpPr>
          <p:spPr>
            <a:xfrm>
              <a:off x="9313964" y="3151538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A49D1D7F-9DC3-2A60-E7C6-340626A5B1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7017" y="3223056"/>
              <a:ext cx="1066800" cy="186055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90B9E07F-7222-68E6-F103-CB39F6794061}"/>
                </a:ext>
              </a:extLst>
            </p:cNvPr>
            <p:cNvCxnSpPr>
              <a:cxnSpLocks/>
            </p:cNvCxnSpPr>
            <p:nvPr/>
          </p:nvCxnSpPr>
          <p:spPr>
            <a:xfrm>
              <a:off x="9360102" y="3267481"/>
              <a:ext cx="16415" cy="1016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3148C26A-5338-1654-55FE-03967F0B2CA5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95" y="4675743"/>
              <a:ext cx="6222" cy="40786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374D073-7CCA-61A8-AAA2-4518275C81AB}"/>
                </a:ext>
              </a:extLst>
            </p:cNvPr>
            <p:cNvSpPr/>
            <p:nvPr/>
          </p:nvSpPr>
          <p:spPr>
            <a:xfrm>
              <a:off x="7933194" y="4949382"/>
              <a:ext cx="728419" cy="7284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8F73CED1-6155-7386-55CE-07444469EEB7}"/>
                </a:ext>
              </a:extLst>
            </p:cNvPr>
            <p:cNvSpPr/>
            <p:nvPr/>
          </p:nvSpPr>
          <p:spPr>
            <a:xfrm>
              <a:off x="5032224" y="3772928"/>
              <a:ext cx="2750933" cy="281321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FBC51506-4F4B-CEA3-6165-BDC1D749C00D}"/>
                </a:ext>
              </a:extLst>
            </p:cNvPr>
            <p:cNvCxnSpPr>
              <a:cxnSpLocks/>
            </p:cNvCxnSpPr>
            <p:nvPr/>
          </p:nvCxnSpPr>
          <p:spPr>
            <a:xfrm>
              <a:off x="7705286" y="4693411"/>
              <a:ext cx="413931" cy="31399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21887FFC-9CB8-7CF3-7313-B69E0FB34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248" y="5655107"/>
              <a:ext cx="622369" cy="34652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8562733-134F-DD56-1AB1-5B59281A64BD}"/>
                    </a:ext>
                  </a:extLst>
                </p:cNvPr>
                <p:cNvSpPr txBox="1"/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8562733-134F-DD56-1AB1-5B59281A6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E2BFE3F-8A5F-D7B3-2E85-94C456C67CD1}"/>
                    </a:ext>
                  </a:extLst>
                </p:cNvPr>
                <p:cNvSpPr txBox="1"/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E2BFE3F-8A5F-D7B3-2E85-94C456C6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4BAA9E7-3517-2754-51D0-8D2C1832D523}"/>
              </a:ext>
            </a:extLst>
          </p:cNvPr>
          <p:cNvSpPr txBox="1"/>
          <p:nvPr/>
        </p:nvSpPr>
        <p:spPr>
          <a:xfrm>
            <a:off x="10884208" y="6668754"/>
            <a:ext cx="6716972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模型的组合系统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707036E8-2508-7B45-C34E-2ED3BB438D1C}"/>
              </a:ext>
            </a:extLst>
          </p:cNvPr>
          <p:cNvGrpSpPr/>
          <p:nvPr/>
        </p:nvGrpSpPr>
        <p:grpSpPr>
          <a:xfrm>
            <a:off x="16881114" y="5936826"/>
            <a:ext cx="10193857" cy="2375034"/>
            <a:chOff x="5258482" y="1466171"/>
            <a:chExt cx="5753992" cy="1340604"/>
          </a:xfrm>
        </p:grpSpPr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D00D50FF-29C7-4D8F-E2AA-05E4F6F7C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864487" y="1466171"/>
              <a:ext cx="888950" cy="435253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BAC6D833-CB45-7B74-BD40-320495519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097" t="52311" r="1" b="16357"/>
            <a:stretch/>
          </p:blipFill>
          <p:spPr>
            <a:xfrm>
              <a:off x="6253617" y="1912425"/>
              <a:ext cx="3021921" cy="578164"/>
            </a:xfrm>
            <a:prstGeom prst="rect">
              <a:avLst/>
            </a:prstGeom>
          </p:spPr>
        </p:pic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DA3A31E5-3044-C601-16B2-84FA6F29C63B}"/>
                </a:ext>
              </a:extLst>
            </p:cNvPr>
            <p:cNvCxnSpPr>
              <a:cxnSpLocks/>
              <a:stCxn id="108" idx="3"/>
            </p:cNvCxnSpPr>
            <p:nvPr/>
          </p:nvCxnSpPr>
          <p:spPr>
            <a:xfrm>
              <a:off x="7753437" y="1683798"/>
              <a:ext cx="21124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3FAF83AA-C0C8-25B6-E620-DA38B0B13D00}"/>
                </a:ext>
              </a:extLst>
            </p:cNvPr>
            <p:cNvCxnSpPr>
              <a:cxnSpLocks/>
              <a:stCxn id="113" idx="6"/>
            </p:cNvCxnSpPr>
            <p:nvPr/>
          </p:nvCxnSpPr>
          <p:spPr>
            <a:xfrm>
              <a:off x="9973361" y="2228156"/>
              <a:ext cx="10391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1635B89A-9F3D-904F-BA45-84615AC6FE7D}"/>
                </a:ext>
              </a:extLst>
            </p:cNvPr>
            <p:cNvCxnSpPr>
              <a:cxnSpLocks/>
            </p:cNvCxnSpPr>
            <p:nvPr/>
          </p:nvCxnSpPr>
          <p:spPr>
            <a:xfrm>
              <a:off x="9865845" y="1683797"/>
              <a:ext cx="0" cy="4364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7829406-31FA-D95F-57BC-9061BEB73865}"/>
                </a:ext>
              </a:extLst>
            </p:cNvPr>
            <p:cNvSpPr/>
            <p:nvPr/>
          </p:nvSpPr>
          <p:spPr>
            <a:xfrm>
              <a:off x="9758328" y="2120639"/>
              <a:ext cx="215033" cy="2150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32" dirty="0">
                  <a:solidFill>
                    <a:schemeClr val="tx1"/>
                  </a:solidFill>
                </a:rPr>
                <a:t>+</a:t>
              </a:r>
              <a:endParaRPr lang="zh-CN" altLang="en-US" sz="7232" dirty="0">
                <a:solidFill>
                  <a:schemeClr val="tx1"/>
                </a:solidFill>
              </a:endParaRP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A6743F4D-E1E5-B8F7-B787-717A86CBD9D8}"/>
                </a:ext>
              </a:extLst>
            </p:cNvPr>
            <p:cNvCxnSpPr>
              <a:cxnSpLocks/>
            </p:cNvCxnSpPr>
            <p:nvPr/>
          </p:nvCxnSpPr>
          <p:spPr>
            <a:xfrm>
              <a:off x="9205467" y="2232572"/>
              <a:ext cx="547893" cy="1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71645018-A967-5136-E2F6-9E8A40A402C6}"/>
                </a:ext>
              </a:extLst>
            </p:cNvPr>
            <p:cNvCxnSpPr>
              <a:cxnSpLocks/>
            </p:cNvCxnSpPr>
            <p:nvPr/>
          </p:nvCxnSpPr>
          <p:spPr>
            <a:xfrm>
              <a:off x="5258482" y="2228217"/>
              <a:ext cx="116549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8D0FEB00-A688-DE83-236F-54CC13BAE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901" y="1690147"/>
              <a:ext cx="0" cy="54065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1276BD8A-FFE3-C888-9010-BDB63BA4E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470" y="1678324"/>
              <a:ext cx="880549" cy="54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73BF7EF1-AADF-3203-5B5D-F75F567F82CE}"/>
                </a:ext>
              </a:extLst>
            </p:cNvPr>
            <p:cNvSpPr/>
            <p:nvPr/>
          </p:nvSpPr>
          <p:spPr>
            <a:xfrm>
              <a:off x="6248649" y="1912414"/>
              <a:ext cx="3179330" cy="89436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7C19E6CD-6363-58BC-3B02-BA64B5168DEA}"/>
                </a:ext>
              </a:extLst>
            </p:cNvPr>
            <p:cNvSpPr txBox="1"/>
            <p:nvPr/>
          </p:nvSpPr>
          <p:spPr>
            <a:xfrm>
              <a:off x="7308962" y="2473765"/>
              <a:ext cx="1594757" cy="236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Wiener </a:t>
              </a:r>
              <a:r>
                <a:rPr lang="zh-CN" altLang="en-US" sz="2127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模型</a:t>
              </a:r>
              <a:endParaRPr lang="zh-CN" altLang="en-US" sz="2127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201BDAC-A1C5-EFD5-16AD-438E061B80DF}"/>
              </a:ext>
            </a:extLst>
          </p:cNvPr>
          <p:cNvSpPr txBox="1"/>
          <p:nvPr/>
        </p:nvSpPr>
        <p:spPr>
          <a:xfrm>
            <a:off x="8597018" y="11865662"/>
            <a:ext cx="8488183" cy="329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网络：</a:t>
            </a:r>
            <a:endParaRPr lang="en-US" altLang="zh-CN" sz="7232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带有</a:t>
            </a:r>
            <a:r>
              <a:rPr lang="en-US" altLang="zh-CN" sz="3188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</a:t>
            </a:r>
            <a:r>
              <a:rPr lang="zh-CN" altLang="en-US" sz="3188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卷线性核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（线性环节）和分段非线性激活函数（非线性环节）的 </a:t>
            </a:r>
            <a:r>
              <a:rPr lang="en-US" altLang="zh-CN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RNN </a:t>
            </a:r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箭头: 左弧形 121">
            <a:extLst>
              <a:ext uri="{FF2B5EF4-FFF2-40B4-BE49-F238E27FC236}">
                <a16:creationId xmlns:a16="http://schemas.microsoft.com/office/drawing/2014/main" id="{B1DD47B3-DC16-E98D-4080-2B35E1B7B1EB}"/>
              </a:ext>
            </a:extLst>
          </p:cNvPr>
          <p:cNvSpPr/>
          <p:nvPr/>
        </p:nvSpPr>
        <p:spPr>
          <a:xfrm>
            <a:off x="14887936" y="7159733"/>
            <a:ext cx="1885879" cy="439006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>
              <a:solidFill>
                <a:schemeClr val="tx1"/>
              </a:solidFill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CDB55099-A2D3-8766-746C-F984FFE38D38}"/>
              </a:ext>
            </a:extLst>
          </p:cNvPr>
          <p:cNvSpPr txBox="1"/>
          <p:nvPr/>
        </p:nvSpPr>
        <p:spPr>
          <a:xfrm>
            <a:off x="15147021" y="9361137"/>
            <a:ext cx="2416937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神经网络化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01A4C386-3930-41B4-BEA9-8964470A8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86421644-3A02-46C4-9695-8432AFFD6A39}"/>
              </a:ext>
            </a:extLst>
          </p:cNvPr>
          <p:cNvSpPr txBox="1"/>
          <p:nvPr/>
        </p:nvSpPr>
        <p:spPr>
          <a:xfrm>
            <a:off x="8306768" y="5152528"/>
            <a:ext cx="13488595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通过拓展非线性维度增强非线性表征能力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12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4109-7E14-FDB4-4266-1ED7F2BA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80BD25DF-0416-FD5B-93BC-A2D6D81C1E89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BC7D5679-CA27-6B72-63EA-45DBB488B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7F74CB89-7798-5305-8F96-4990840A84AD}"/>
              </a:ext>
            </a:extLst>
          </p:cNvPr>
          <p:cNvGrpSpPr/>
          <p:nvPr/>
        </p:nvGrpSpPr>
        <p:grpSpPr>
          <a:xfrm>
            <a:off x="17470173" y="7459647"/>
            <a:ext cx="5754512" cy="4576134"/>
            <a:chOff x="9018725" y="3639003"/>
            <a:chExt cx="3248175" cy="2583030"/>
          </a:xfrm>
        </p:grpSpPr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4B26C24-8593-6C0F-59F2-CF519959DB14}"/>
                </a:ext>
              </a:extLst>
            </p:cNvPr>
            <p:cNvCxnSpPr>
              <a:cxnSpLocks/>
            </p:cNvCxnSpPr>
            <p:nvPr/>
          </p:nvCxnSpPr>
          <p:spPr>
            <a:xfrm>
              <a:off x="9667355" y="4708037"/>
              <a:ext cx="337524" cy="32908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507FC3EF-5BEE-67CA-3712-3DA26FA41D04}"/>
                </a:ext>
              </a:extLst>
            </p:cNvPr>
            <p:cNvGrpSpPr/>
            <p:nvPr/>
          </p:nvGrpSpPr>
          <p:grpSpPr>
            <a:xfrm>
              <a:off x="9018725" y="3639003"/>
              <a:ext cx="3248175" cy="2583030"/>
              <a:chOff x="9002854" y="3668813"/>
              <a:chExt cx="3248175" cy="2583030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082D2D0B-EDB7-FB92-1598-E92EC479647C}"/>
                  </a:ext>
                </a:extLst>
              </p:cNvPr>
              <p:cNvSpPr/>
              <p:nvPr/>
            </p:nvSpPr>
            <p:spPr>
              <a:xfrm>
                <a:off x="9002854" y="3959683"/>
                <a:ext cx="829905" cy="8303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3B557F7F-9A81-6CB5-BB66-0803D325CA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65113" y="3899247"/>
                <a:ext cx="576320" cy="12233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B612C1CC-3167-C3D1-43B1-48B3A87731CD}"/>
                  </a:ext>
                </a:extLst>
              </p:cNvPr>
              <p:cNvSpPr txBox="1"/>
              <p:nvPr/>
            </p:nvSpPr>
            <p:spPr>
              <a:xfrm>
                <a:off x="9527321" y="4943320"/>
                <a:ext cx="2723708" cy="130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分段非线性</a:t>
                </a:r>
                <a:endParaRPr lang="en-US" altLang="zh-CN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激活函数</a:t>
                </a:r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039F0ACF-B520-CCE1-6249-F5B36D36A9C3}"/>
                  </a:ext>
                </a:extLst>
              </p:cNvPr>
              <p:cNvSpPr/>
              <p:nvPr/>
            </p:nvSpPr>
            <p:spPr>
              <a:xfrm>
                <a:off x="9905548" y="3668813"/>
                <a:ext cx="2003580" cy="20035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DEE6A104-BDD1-B156-1198-24D99BE11585}"/>
                  </a:ext>
                </a:extLst>
              </p:cNvPr>
              <p:cNvGrpSpPr/>
              <p:nvPr/>
            </p:nvGrpSpPr>
            <p:grpSpPr>
              <a:xfrm>
                <a:off x="10150505" y="4022612"/>
                <a:ext cx="1513666" cy="959141"/>
                <a:chOff x="8321040" y="2638050"/>
                <a:chExt cx="2222947" cy="1468634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BD0CB839-981A-0365-4F28-6DB6A541D9CB}"/>
                    </a:ext>
                  </a:extLst>
                </p:cNvPr>
                <p:cNvSpPr/>
                <p:nvPr/>
              </p:nvSpPr>
              <p:spPr>
                <a:xfrm>
                  <a:off x="8321040" y="2638050"/>
                  <a:ext cx="2222947" cy="1468634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126A9542-F097-0463-9CB5-2C519E8563D2}"/>
                    </a:ext>
                  </a:extLst>
                </p:cNvPr>
                <p:cNvSpPr/>
                <p:nvPr/>
              </p:nvSpPr>
              <p:spPr>
                <a:xfrm>
                  <a:off x="8427720" y="2811780"/>
                  <a:ext cx="2026920" cy="1181100"/>
                </a:xfrm>
                <a:custGeom>
                  <a:avLst/>
                  <a:gdLst>
                    <a:gd name="connsiteX0" fmla="*/ 0 w 2026920"/>
                    <a:gd name="connsiteY0" fmla="*/ 899160 h 1181100"/>
                    <a:gd name="connsiteX1" fmla="*/ 320040 w 2026920"/>
                    <a:gd name="connsiteY1" fmla="*/ 1112520 h 1181100"/>
                    <a:gd name="connsiteX2" fmla="*/ 746760 w 2026920"/>
                    <a:gd name="connsiteY2" fmla="*/ 1181100 h 1181100"/>
                    <a:gd name="connsiteX3" fmla="*/ 1219200 w 2026920"/>
                    <a:gd name="connsiteY3" fmla="*/ 998220 h 1181100"/>
                    <a:gd name="connsiteX4" fmla="*/ 1546860 w 2026920"/>
                    <a:gd name="connsiteY4" fmla="*/ 480060 h 1181100"/>
                    <a:gd name="connsiteX5" fmla="*/ 2026920 w 2026920"/>
                    <a:gd name="connsiteY5" fmla="*/ 0 h 1181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26920" h="1181100">
                      <a:moveTo>
                        <a:pt x="0" y="899160"/>
                      </a:moveTo>
                      <a:lnTo>
                        <a:pt x="320040" y="1112520"/>
                      </a:lnTo>
                      <a:lnTo>
                        <a:pt x="746760" y="1181100"/>
                      </a:lnTo>
                      <a:lnTo>
                        <a:pt x="1219200" y="998220"/>
                      </a:lnTo>
                      <a:lnTo>
                        <a:pt x="1546860" y="480060"/>
                      </a:lnTo>
                      <a:lnTo>
                        <a:pt x="202692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headEnd type="oval" w="med" len="med"/>
                  <a:tailEnd type="oval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</p:grpSp>
        </p:grp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B21EACB8-7EC3-6F35-594C-4C6341F44225}"/>
              </a:ext>
            </a:extLst>
          </p:cNvPr>
          <p:cNvGrpSpPr/>
          <p:nvPr/>
        </p:nvGrpSpPr>
        <p:grpSpPr>
          <a:xfrm>
            <a:off x="10418888" y="5776864"/>
            <a:ext cx="9045285" cy="7639497"/>
            <a:chOff x="5032224" y="2731422"/>
            <a:chExt cx="5105672" cy="431216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547AD46-32CE-7379-B1F6-244B1B88F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1787" y="4291600"/>
              <a:ext cx="442415" cy="37779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CD060CB-0370-FEF2-87D2-43B6078B5CA7}"/>
                </a:ext>
              </a:extLst>
            </p:cNvPr>
            <p:cNvGrpSpPr/>
            <p:nvPr/>
          </p:nvGrpSpPr>
          <p:grpSpPr>
            <a:xfrm>
              <a:off x="5536980" y="5364334"/>
              <a:ext cx="785172" cy="723727"/>
              <a:chOff x="5422223" y="4399984"/>
              <a:chExt cx="785172" cy="723727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D19A734D-1ABE-2144-621E-A95C13A036C6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64D8FA-C28B-6F17-1F45-BB784EFCA563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64D8FA-C28B-6F17-1F45-BB784EFCA5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6777EEA-DFA1-FE53-628E-A3022DCC8AE1}"/>
                </a:ext>
              </a:extLst>
            </p:cNvPr>
            <p:cNvGrpSpPr/>
            <p:nvPr/>
          </p:nvGrpSpPr>
          <p:grpSpPr>
            <a:xfrm>
              <a:off x="6238962" y="5336118"/>
              <a:ext cx="1283731" cy="723727"/>
              <a:chOff x="5422223" y="4399984"/>
              <a:chExt cx="1283731" cy="723727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39208C4-775A-A56B-91F8-B2E9F373C1C4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CFAE9A3-D00A-8882-7816-23A5A7BA6FF0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CFAE9A3-D00A-8882-7816-23A5A7BA6F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294723A-DE7C-B140-4763-BBE4C022762D}"/>
                </a:ext>
              </a:extLst>
            </p:cNvPr>
            <p:cNvGrpSpPr/>
            <p:nvPr/>
          </p:nvGrpSpPr>
          <p:grpSpPr>
            <a:xfrm>
              <a:off x="6942272" y="5336118"/>
              <a:ext cx="1283731" cy="723727"/>
              <a:chOff x="5422223" y="4399984"/>
              <a:chExt cx="1283731" cy="723727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638C589F-DD3A-C0E4-4DD5-C3853FA19C49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C01E1B7-DEBD-08C5-6BDD-08690A0B1F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C01E1B7-DEBD-08C5-6BDD-08690A0B1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B9CD3088-EF2C-A09B-E2BC-E8BAF3037AE0}"/>
                </a:ext>
              </a:extLst>
            </p:cNvPr>
            <p:cNvGrpSpPr/>
            <p:nvPr/>
          </p:nvGrpSpPr>
          <p:grpSpPr>
            <a:xfrm>
              <a:off x="5460147" y="4453583"/>
              <a:ext cx="1287459" cy="680320"/>
              <a:chOff x="4937837" y="4220731"/>
              <a:chExt cx="1287459" cy="68032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2F0DB72C-3635-69E1-BDF6-DFD6A06EF399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FB0D007-4528-46D8-24A5-18F664BBB6E5}"/>
                      </a:ext>
                    </a:extLst>
                  </p:cNvPr>
                  <p:cNvSpPr txBox="1"/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FB0D007-4528-46D8-24A5-18F664BBB6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51C6F01C-3551-D491-F939-DACA49E093CB}"/>
                </a:ext>
              </a:extLst>
            </p:cNvPr>
            <p:cNvGrpSpPr/>
            <p:nvPr/>
          </p:nvGrpSpPr>
          <p:grpSpPr>
            <a:xfrm>
              <a:off x="6607179" y="4441899"/>
              <a:ext cx="1357729" cy="680320"/>
              <a:chOff x="5553498" y="4209047"/>
              <a:chExt cx="1357729" cy="680320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F770DA7A-EA75-DE4E-3807-F50466C191C6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47C12960-5976-9628-6B54-E1B550ADD91E}"/>
                      </a:ext>
                    </a:extLst>
                  </p:cNvPr>
                  <p:cNvSpPr txBox="1"/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47C12960-5976-9628-6B54-E1B550ADD9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E795E56-2A44-A7C9-57A1-8C1BB2B82880}"/>
                </a:ext>
              </a:extLst>
            </p:cNvPr>
            <p:cNvCxnSpPr>
              <a:cxnSpLocks/>
              <a:stCxn id="12" idx="7"/>
            </p:cNvCxnSpPr>
            <p:nvPr/>
          </p:nvCxnSpPr>
          <p:spPr>
            <a:xfrm flipV="1">
              <a:off x="5760986" y="4712461"/>
              <a:ext cx="341622" cy="6677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DCC83D7-33D2-950A-6505-A5BC647C8944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H="1" flipV="1">
              <a:off x="6159758" y="4737861"/>
              <a:ext cx="264800" cy="59825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609D850B-5CCC-12BF-38F6-9E554DAC8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836" y="4712461"/>
              <a:ext cx="919472" cy="72940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747F739-45B0-DC0F-2785-380BA1CF4E7F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6424558" y="4733388"/>
              <a:ext cx="218305" cy="6027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5F85161-8D94-99B6-02EF-F0F8EEBE806E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flipH="1" flipV="1">
              <a:off x="6668142" y="4709645"/>
              <a:ext cx="421315" cy="6423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F7899E8-6AC5-DB8D-60BF-96B75F873DB7}"/>
                    </a:ext>
                  </a:extLst>
                </p:cNvPr>
                <p:cNvSpPr txBox="1"/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F7899E8-6AC5-DB8D-60BF-96B75F873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35E32FE-4FC0-D971-84B0-9AB4309BE89F}"/>
                </a:ext>
              </a:extLst>
            </p:cNvPr>
            <p:cNvSpPr/>
            <p:nvPr/>
          </p:nvSpPr>
          <p:spPr>
            <a:xfrm>
              <a:off x="6342549" y="445075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FD8DC4D-69B7-14A0-29F5-A4E8D1128DD3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5753358" y="4559395"/>
              <a:ext cx="643512" cy="84521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F803681-8234-A0DD-5B52-A6797ECC3315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H="1" flipV="1">
              <a:off x="6396870" y="4559395"/>
              <a:ext cx="30358" cy="84834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A0EDD4F-D162-7502-61E5-C3B80A3B8F76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H="1" flipV="1">
              <a:off x="6396870" y="4559395"/>
              <a:ext cx="724355" cy="83104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3E1BD987-F1F2-35A1-2EF6-284A25B11C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720" y="4543486"/>
              <a:ext cx="226739" cy="16615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0FD3EC7F-1220-244C-8077-DB3171E65FBB}"/>
                </a:ext>
              </a:extLst>
            </p:cNvPr>
            <p:cNvCxnSpPr>
              <a:cxnSpLocks/>
              <a:endCxn id="52" idx="5"/>
            </p:cNvCxnSpPr>
            <p:nvPr/>
          </p:nvCxnSpPr>
          <p:spPr>
            <a:xfrm flipH="1" flipV="1">
              <a:off x="6435280" y="4543485"/>
              <a:ext cx="242170" cy="16616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E058536D-CAE9-FA76-FF1A-1211AC2F9A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9283" y="4718811"/>
              <a:ext cx="951942" cy="66071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7FC2F655-4B2A-C174-D6A4-A82FAC474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4358" y="4687061"/>
              <a:ext cx="533400" cy="63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1D5280B-8EAF-56E6-181E-DF09E382A472}"/>
                </a:ext>
              </a:extLst>
            </p:cNvPr>
            <p:cNvSpPr txBox="1"/>
            <p:nvPr/>
          </p:nvSpPr>
          <p:spPr>
            <a:xfrm>
              <a:off x="5074958" y="5735065"/>
              <a:ext cx="2723706" cy="13085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32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IIR</a:t>
              </a:r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线性</a:t>
              </a:r>
              <a:endParaRPr lang="en-US" altLang="zh-CN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循环卷积核</a:t>
              </a:r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431E0207-C5FD-5F1E-EDF0-FB3424786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54419" y="5022701"/>
              <a:ext cx="683523" cy="504557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B00B1606-D724-16ED-D0CF-FD2C6B1D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26524" y="5022701"/>
              <a:ext cx="683523" cy="5045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08D51BFF-C8BB-FF1E-5D9E-999ADC447E75}"/>
                    </a:ext>
                  </a:extLst>
                </p:cNvPr>
                <p:cNvSpPr txBox="1"/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08D51BFF-C8BB-FF1E-5D9E-999ADC447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66C69A76-45AE-4CC7-A204-D2BD6FD0E86A}"/>
                </a:ext>
              </a:extLst>
            </p:cNvPr>
            <p:cNvSpPr/>
            <p:nvPr/>
          </p:nvSpPr>
          <p:spPr>
            <a:xfrm>
              <a:off x="9358818" y="6313121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3FA17FB6-B93F-89D2-4B8B-78C649743374}"/>
                </a:ext>
              </a:extLst>
            </p:cNvPr>
            <p:cNvCxnSpPr>
              <a:cxnSpLocks/>
              <a:stCxn id="65" idx="1"/>
            </p:cNvCxnSpPr>
            <p:nvPr/>
          </p:nvCxnSpPr>
          <p:spPr>
            <a:xfrm flipH="1" flipV="1">
              <a:off x="8303367" y="5490006"/>
              <a:ext cx="1071361" cy="839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869C1952-0141-3A1A-FB12-69A1C2CF13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93592" y="5487310"/>
              <a:ext cx="12700" cy="86360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383DE0A-9513-3794-8335-E8DDAEC72029}"/>
                    </a:ext>
                  </a:extLst>
                </p:cNvPr>
                <p:cNvSpPr txBox="1"/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383DE0A-9513-3794-8335-E8DDAEC72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2DDEFB63-2B21-807C-C407-5655586A7023}"/>
                </a:ext>
              </a:extLst>
            </p:cNvPr>
            <p:cNvSpPr/>
            <p:nvPr/>
          </p:nvSpPr>
          <p:spPr>
            <a:xfrm>
              <a:off x="9313964" y="3151538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984404DB-8F14-5422-EB3C-B3B00E5F1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7017" y="3223056"/>
              <a:ext cx="1066800" cy="186055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3FD12BD3-7EEB-65BD-CE5A-1E235D16D5E7}"/>
                </a:ext>
              </a:extLst>
            </p:cNvPr>
            <p:cNvCxnSpPr>
              <a:cxnSpLocks/>
            </p:cNvCxnSpPr>
            <p:nvPr/>
          </p:nvCxnSpPr>
          <p:spPr>
            <a:xfrm>
              <a:off x="9360102" y="3267481"/>
              <a:ext cx="16415" cy="1016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63A405DA-A5DE-90DC-6A36-F77793AD0EBA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95" y="4675743"/>
              <a:ext cx="6222" cy="40786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075951C9-A409-D338-461E-FB5460605575}"/>
                </a:ext>
              </a:extLst>
            </p:cNvPr>
            <p:cNvSpPr/>
            <p:nvPr/>
          </p:nvSpPr>
          <p:spPr>
            <a:xfrm>
              <a:off x="7933194" y="4949382"/>
              <a:ext cx="728419" cy="7284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2CDA594-96D8-8385-2603-6B52378BF61D}"/>
                </a:ext>
              </a:extLst>
            </p:cNvPr>
            <p:cNvSpPr/>
            <p:nvPr/>
          </p:nvSpPr>
          <p:spPr>
            <a:xfrm>
              <a:off x="5032224" y="3772928"/>
              <a:ext cx="2750933" cy="281321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543132D9-EF8B-BB30-A43C-72263F4B5FBB}"/>
                </a:ext>
              </a:extLst>
            </p:cNvPr>
            <p:cNvCxnSpPr>
              <a:cxnSpLocks/>
            </p:cNvCxnSpPr>
            <p:nvPr/>
          </p:nvCxnSpPr>
          <p:spPr>
            <a:xfrm>
              <a:off x="7705286" y="4693411"/>
              <a:ext cx="413931" cy="31399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329200F4-5AA5-FF53-928E-FDBF6BE6A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248" y="5655107"/>
              <a:ext cx="622369" cy="34652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85965FB5-0184-0890-24D1-C01401B34928}"/>
                    </a:ext>
                  </a:extLst>
                </p:cNvPr>
                <p:cNvSpPr txBox="1"/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85965FB5-0184-0890-24D1-C01401B34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EFCA142-CDB1-D941-6EFD-2D3F8602C9C6}"/>
                    </a:ext>
                  </a:extLst>
                </p:cNvPr>
                <p:cNvSpPr txBox="1"/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EFCA142-CDB1-D941-6EFD-2D3F8602C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193802B-5CEA-791B-41DD-BFC4DBE687F2}"/>
              </a:ext>
            </a:extLst>
          </p:cNvPr>
          <p:cNvSpPr txBox="1"/>
          <p:nvPr/>
        </p:nvSpPr>
        <p:spPr>
          <a:xfrm>
            <a:off x="15858771" y="13095976"/>
            <a:ext cx="6716972" cy="231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网络（一维非线性）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5E338198-E282-C299-5871-EE9625E9BB15}"/>
              </a:ext>
            </a:extLst>
          </p:cNvPr>
          <p:cNvSpPr/>
          <p:nvPr/>
        </p:nvSpPr>
        <p:spPr>
          <a:xfrm>
            <a:off x="23058983" y="9145433"/>
            <a:ext cx="3808949" cy="595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7E008A-A23B-F1B2-7EEE-2E39E975D37E}"/>
              </a:ext>
            </a:extLst>
          </p:cNvPr>
          <p:cNvSpPr txBox="1"/>
          <p:nvPr/>
        </p:nvSpPr>
        <p:spPr>
          <a:xfrm>
            <a:off x="23058990" y="8557615"/>
            <a:ext cx="3513215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非线性维度拓展</a:t>
            </a:r>
            <a:endParaRPr lang="en-US" altLang="zh-CN" sz="3188" b="1" dirty="0">
              <a:solidFill>
                <a:srgbClr val="FF0000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2" descr="C:\Users\Administrator\Desktop\jd-xhh.jpg">
            <a:extLst>
              <a:ext uri="{FF2B5EF4-FFF2-40B4-BE49-F238E27FC236}">
                <a16:creationId xmlns:a16="http://schemas.microsoft.com/office/drawing/2014/main" id="{60E1C5D0-1F8E-A907-0DB7-547334843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90047B5D-3A7D-4E41-B1EA-2FF7FEB26C6A}"/>
              </a:ext>
            </a:extLst>
          </p:cNvPr>
          <p:cNvSpPr txBox="1"/>
          <p:nvPr/>
        </p:nvSpPr>
        <p:spPr>
          <a:xfrm>
            <a:off x="8306768" y="5152528"/>
            <a:ext cx="13488595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通过拓展非线性维度增强非线性表征能力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08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82FE-90E1-4C6D-D5B2-FEDC1433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6B231B5F-F838-CD2A-E928-B6964CABBE75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93A24392-4438-916E-EFBA-2A9DA7E5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4BD5A1-77F3-F59F-29DE-4AB2EF48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3161277" y="8569346"/>
            <a:ext cx="783788" cy="66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81634EFF-542D-1239-9171-860FE5579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4660" y="9845222"/>
            <a:ext cx="1210939" cy="893881"/>
          </a:xfrm>
          <a:prstGeom prst="rect">
            <a:avLst/>
          </a:prstGeom>
        </p:spPr>
      </p:pic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49FF0EC-5765-BD82-57D9-476FE047E6F6}"/>
              </a:ext>
            </a:extLst>
          </p:cNvPr>
          <p:cNvCxnSpPr>
            <a:cxnSpLocks/>
          </p:cNvCxnSpPr>
          <p:nvPr/>
        </p:nvCxnSpPr>
        <p:spPr>
          <a:xfrm flipH="1">
            <a:off x="18270317" y="10674303"/>
            <a:ext cx="5260064" cy="1578983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83CF980-28A7-1BD3-A2D1-3E6D38EAEEA3}"/>
              </a:ext>
            </a:extLst>
          </p:cNvPr>
          <p:cNvCxnSpPr>
            <a:cxnSpLocks/>
          </p:cNvCxnSpPr>
          <p:nvPr/>
        </p:nvCxnSpPr>
        <p:spPr>
          <a:xfrm>
            <a:off x="18215749" y="6660601"/>
            <a:ext cx="5300176" cy="1882678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6B47FB6-C982-DB64-6088-2CE54799A2B0}"/>
              </a:ext>
            </a:extLst>
          </p:cNvPr>
          <p:cNvCxnSpPr>
            <a:cxnSpLocks/>
          </p:cNvCxnSpPr>
          <p:nvPr/>
        </p:nvCxnSpPr>
        <p:spPr>
          <a:xfrm>
            <a:off x="23525557" y="9237540"/>
            <a:ext cx="2378" cy="718606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图片 87">
            <a:extLst>
              <a:ext uri="{FF2B5EF4-FFF2-40B4-BE49-F238E27FC236}">
                <a16:creationId xmlns:a16="http://schemas.microsoft.com/office/drawing/2014/main" id="{10E70F93-DF6D-909F-C0E3-D5D70F29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9394378" y="8601836"/>
            <a:ext cx="783788" cy="66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59EC9F88-9180-4FE6-D964-116DA4A04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0996" y="9896473"/>
            <a:ext cx="1210939" cy="893881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468385A4-4EE4-59AC-F155-344751ED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1709586" y="8579309"/>
            <a:ext cx="783788" cy="66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B3009FE8-7D6A-ADED-4EDF-CDA64F9F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205" y="9873946"/>
            <a:ext cx="1210939" cy="893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C7D2664-E00A-8D82-E6EC-755BC57C4661}"/>
                  </a:ext>
                </a:extLst>
              </p:cNvPr>
              <p:cNvSpPr txBox="1"/>
              <p:nvPr/>
            </p:nvSpPr>
            <p:spPr>
              <a:xfrm>
                <a:off x="20565289" y="9700835"/>
                <a:ext cx="919174" cy="855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96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496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C7D2664-E00A-8D82-E6EC-755BC57C4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289" y="9700835"/>
                <a:ext cx="919174" cy="8556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1F3B2617-4DB1-A52A-41E0-B6E229A7D7AF}"/>
              </a:ext>
            </a:extLst>
          </p:cNvPr>
          <p:cNvCxnSpPr>
            <a:cxnSpLocks/>
          </p:cNvCxnSpPr>
          <p:nvPr/>
        </p:nvCxnSpPr>
        <p:spPr>
          <a:xfrm>
            <a:off x="18206837" y="6750337"/>
            <a:ext cx="1611124" cy="1815433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D2E4C18-E223-3999-3B52-219619DE2676}"/>
              </a:ext>
            </a:extLst>
          </p:cNvPr>
          <p:cNvCxnSpPr>
            <a:cxnSpLocks/>
          </p:cNvCxnSpPr>
          <p:nvPr/>
        </p:nvCxnSpPr>
        <p:spPr>
          <a:xfrm>
            <a:off x="19837245" y="9272906"/>
            <a:ext cx="0" cy="726412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63A49A3-4684-282A-1177-D2417B5427A7}"/>
              </a:ext>
            </a:extLst>
          </p:cNvPr>
          <p:cNvCxnSpPr>
            <a:cxnSpLocks/>
          </p:cNvCxnSpPr>
          <p:nvPr/>
        </p:nvCxnSpPr>
        <p:spPr>
          <a:xfrm flipH="1">
            <a:off x="18223718" y="10720108"/>
            <a:ext cx="1594252" cy="1554875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DD6A07C5-7C89-C01C-573E-1A9729623B67}"/>
              </a:ext>
            </a:extLst>
          </p:cNvPr>
          <p:cNvCxnSpPr>
            <a:cxnSpLocks/>
          </p:cNvCxnSpPr>
          <p:nvPr/>
        </p:nvCxnSpPr>
        <p:spPr>
          <a:xfrm flipH="1">
            <a:off x="18229345" y="10700013"/>
            <a:ext cx="3909289" cy="1558091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BCEF93C-8D8B-11F4-D2BC-7EBACED9EC17}"/>
              </a:ext>
            </a:extLst>
          </p:cNvPr>
          <p:cNvCxnSpPr>
            <a:cxnSpLocks/>
          </p:cNvCxnSpPr>
          <p:nvPr/>
        </p:nvCxnSpPr>
        <p:spPr>
          <a:xfrm>
            <a:off x="18188362" y="6677422"/>
            <a:ext cx="3924558" cy="1881923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39B3469B-B573-F927-C8E2-9D5F1EDFC734}"/>
              </a:ext>
            </a:extLst>
          </p:cNvPr>
          <p:cNvCxnSpPr>
            <a:cxnSpLocks/>
          </p:cNvCxnSpPr>
          <p:nvPr/>
        </p:nvCxnSpPr>
        <p:spPr>
          <a:xfrm>
            <a:off x="22106489" y="9260043"/>
            <a:ext cx="6427" cy="70070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89960AB-6C77-7434-2AEA-7FC963D993EE}"/>
                  </a:ext>
                </a:extLst>
              </p:cNvPr>
              <p:cNvSpPr txBox="1"/>
              <p:nvPr/>
            </p:nvSpPr>
            <p:spPr>
              <a:xfrm>
                <a:off x="19763605" y="9398434"/>
                <a:ext cx="846746" cy="1205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89960AB-6C77-7434-2AEA-7FC963D99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3605" y="9398434"/>
                <a:ext cx="846746" cy="1205266"/>
              </a:xfrm>
              <a:prstGeom prst="rect">
                <a:avLst/>
              </a:prstGeom>
              <a:blipFill>
                <a:blip r:embed="rId5"/>
                <a:stretch>
                  <a:fillRect r="-10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924FAEB-3786-F922-E0EE-23497E003A25}"/>
                  </a:ext>
                </a:extLst>
              </p:cNvPr>
              <p:cNvSpPr txBox="1"/>
              <p:nvPr/>
            </p:nvSpPr>
            <p:spPr>
              <a:xfrm>
                <a:off x="22011647" y="9350580"/>
                <a:ext cx="2113784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924FAEB-3786-F922-E0EE-23497E003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1647" y="9350580"/>
                <a:ext cx="2113784" cy="1205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223A899-B501-2DBE-26B9-5C120E83CEFD}"/>
                  </a:ext>
                </a:extLst>
              </p:cNvPr>
              <p:cNvSpPr txBox="1"/>
              <p:nvPr/>
            </p:nvSpPr>
            <p:spPr>
              <a:xfrm>
                <a:off x="23403230" y="9358078"/>
                <a:ext cx="1230529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223A899-B501-2DBE-26B9-5C120E83C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3230" y="9358078"/>
                <a:ext cx="1230529" cy="12052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1E50BE2A-61A3-3667-6934-47BE226A0BE3}"/>
                  </a:ext>
                </a:extLst>
              </p:cNvPr>
              <p:cNvSpPr txBox="1"/>
              <p:nvPr/>
            </p:nvSpPr>
            <p:spPr>
              <a:xfrm>
                <a:off x="19609938" y="7954947"/>
                <a:ext cx="1479892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1E50BE2A-61A3-3667-6934-47BE226A0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9938" y="7954947"/>
                <a:ext cx="1479892" cy="1205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823E677-ED56-1170-556E-09B56B7AF9E6}"/>
                  </a:ext>
                </a:extLst>
              </p:cNvPr>
              <p:cNvSpPr txBox="1"/>
              <p:nvPr/>
            </p:nvSpPr>
            <p:spPr>
              <a:xfrm>
                <a:off x="21746215" y="7916770"/>
                <a:ext cx="2232406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823E677-ED56-1170-556E-09B56B7AF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6215" y="7916770"/>
                <a:ext cx="2232406" cy="12052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C9D486D3-9F53-2DFC-2DC7-625F7D6D1A9A}"/>
                  </a:ext>
                </a:extLst>
              </p:cNvPr>
              <p:cNvSpPr txBox="1"/>
              <p:nvPr/>
            </p:nvSpPr>
            <p:spPr>
              <a:xfrm>
                <a:off x="23311487" y="7917092"/>
                <a:ext cx="1349152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7232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7232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C9D486D3-9F53-2DFC-2DC7-625F7D6D1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1487" y="7917092"/>
                <a:ext cx="1349152" cy="12052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8AC816A7-2837-97A0-D329-FAE875622AB3}"/>
                  </a:ext>
                </a:extLst>
              </p:cNvPr>
              <p:cNvSpPr txBox="1"/>
              <p:nvPr/>
            </p:nvSpPr>
            <p:spPr>
              <a:xfrm>
                <a:off x="20522485" y="8290949"/>
                <a:ext cx="919174" cy="855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96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496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8AC816A7-2837-97A0-D329-FAE87562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2485" y="8290949"/>
                <a:ext cx="919174" cy="8556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B6C1D14-7CE1-AD85-2FDC-B8FB19BE001C}"/>
              </a:ext>
            </a:extLst>
          </p:cNvPr>
          <p:cNvSpPr txBox="1"/>
          <p:nvPr/>
        </p:nvSpPr>
        <p:spPr>
          <a:xfrm>
            <a:off x="16101058" y="14042000"/>
            <a:ext cx="6716972" cy="231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723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网络（多维非线性）</a:t>
            </a:r>
            <a:endParaRPr lang="en-US" altLang="zh-CN" sz="3188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AB91079D-6347-0ACA-EFE2-23C2BD9B9A27}"/>
              </a:ext>
            </a:extLst>
          </p:cNvPr>
          <p:cNvSpPr/>
          <p:nvPr/>
        </p:nvSpPr>
        <p:spPr>
          <a:xfrm>
            <a:off x="17795313" y="12909868"/>
            <a:ext cx="10171525" cy="595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BF9E90-5220-101D-BF92-AF14129B3340}"/>
              </a:ext>
            </a:extLst>
          </p:cNvPr>
          <p:cNvSpPr txBox="1"/>
          <p:nvPr/>
        </p:nvSpPr>
        <p:spPr>
          <a:xfrm>
            <a:off x="21398264" y="12282895"/>
            <a:ext cx="3513215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非线性维度拓展</a:t>
            </a:r>
            <a:endParaRPr lang="en-US" altLang="zh-CN" sz="3188" b="1" dirty="0">
              <a:solidFill>
                <a:srgbClr val="FF0000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243263-35CC-5F97-E515-DAE30AB480BA}"/>
              </a:ext>
            </a:extLst>
          </p:cNvPr>
          <p:cNvGrpSpPr/>
          <p:nvPr/>
        </p:nvGrpSpPr>
        <p:grpSpPr>
          <a:xfrm>
            <a:off x="22849906" y="7498110"/>
            <a:ext cx="5754512" cy="4576134"/>
            <a:chOff x="9018725" y="3639003"/>
            <a:chExt cx="3248175" cy="2583030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2A649EB-398C-EBBE-B557-62BAAF96A4B6}"/>
                </a:ext>
              </a:extLst>
            </p:cNvPr>
            <p:cNvCxnSpPr>
              <a:cxnSpLocks/>
            </p:cNvCxnSpPr>
            <p:nvPr/>
          </p:nvCxnSpPr>
          <p:spPr>
            <a:xfrm>
              <a:off x="9667355" y="4708037"/>
              <a:ext cx="337524" cy="32908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9A6CB72-8058-10E8-7999-C9B69ED0BCCA}"/>
                </a:ext>
              </a:extLst>
            </p:cNvPr>
            <p:cNvGrpSpPr/>
            <p:nvPr/>
          </p:nvGrpSpPr>
          <p:grpSpPr>
            <a:xfrm>
              <a:off x="9018725" y="3639003"/>
              <a:ext cx="3248175" cy="2583030"/>
              <a:chOff x="9002854" y="3668813"/>
              <a:chExt cx="3248175" cy="2583030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E965296-2FD5-B65E-F42E-E0683FAA06B8}"/>
                  </a:ext>
                </a:extLst>
              </p:cNvPr>
              <p:cNvSpPr/>
              <p:nvPr/>
            </p:nvSpPr>
            <p:spPr>
              <a:xfrm>
                <a:off x="9002854" y="3959683"/>
                <a:ext cx="829905" cy="8303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2EF7CC4-028A-DFFE-2E36-539B5D99EE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65113" y="3899247"/>
                <a:ext cx="576320" cy="12233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F2D30F7-0EA6-06BD-FB9D-B2425FEC82AF}"/>
                  </a:ext>
                </a:extLst>
              </p:cNvPr>
              <p:cNvSpPr txBox="1"/>
              <p:nvPr/>
            </p:nvSpPr>
            <p:spPr>
              <a:xfrm>
                <a:off x="9527321" y="4943320"/>
                <a:ext cx="2723708" cy="130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分段非线性</a:t>
                </a:r>
                <a:endParaRPr lang="en-US" altLang="zh-CN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232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激活函数</a:t>
                </a: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6DE04EEF-D602-05AE-1B8C-A42142F2E4D3}"/>
                  </a:ext>
                </a:extLst>
              </p:cNvPr>
              <p:cNvSpPr/>
              <p:nvPr/>
            </p:nvSpPr>
            <p:spPr>
              <a:xfrm>
                <a:off x="9905548" y="3668813"/>
                <a:ext cx="2003580" cy="20035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72BD59F-E5A7-D55F-E733-93DCC779748F}"/>
                  </a:ext>
                </a:extLst>
              </p:cNvPr>
              <p:cNvGrpSpPr/>
              <p:nvPr/>
            </p:nvGrpSpPr>
            <p:grpSpPr>
              <a:xfrm>
                <a:off x="10150505" y="4022612"/>
                <a:ext cx="1513666" cy="959141"/>
                <a:chOff x="8321040" y="2638050"/>
                <a:chExt cx="2222947" cy="1468634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89A8C68-D111-4271-E29A-F7ACA3F2030C}"/>
                    </a:ext>
                  </a:extLst>
                </p:cNvPr>
                <p:cNvSpPr/>
                <p:nvPr/>
              </p:nvSpPr>
              <p:spPr>
                <a:xfrm>
                  <a:off x="8321040" y="2638050"/>
                  <a:ext cx="2222947" cy="1468634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26C3BE9F-FDA8-EA88-5EBF-9E4E2697A0EE}"/>
                    </a:ext>
                  </a:extLst>
                </p:cNvPr>
                <p:cNvSpPr/>
                <p:nvPr/>
              </p:nvSpPr>
              <p:spPr>
                <a:xfrm>
                  <a:off x="8427720" y="2811780"/>
                  <a:ext cx="2026920" cy="1181100"/>
                </a:xfrm>
                <a:custGeom>
                  <a:avLst/>
                  <a:gdLst>
                    <a:gd name="connsiteX0" fmla="*/ 0 w 2026920"/>
                    <a:gd name="connsiteY0" fmla="*/ 899160 h 1181100"/>
                    <a:gd name="connsiteX1" fmla="*/ 320040 w 2026920"/>
                    <a:gd name="connsiteY1" fmla="*/ 1112520 h 1181100"/>
                    <a:gd name="connsiteX2" fmla="*/ 746760 w 2026920"/>
                    <a:gd name="connsiteY2" fmla="*/ 1181100 h 1181100"/>
                    <a:gd name="connsiteX3" fmla="*/ 1219200 w 2026920"/>
                    <a:gd name="connsiteY3" fmla="*/ 998220 h 1181100"/>
                    <a:gd name="connsiteX4" fmla="*/ 1546860 w 2026920"/>
                    <a:gd name="connsiteY4" fmla="*/ 480060 h 1181100"/>
                    <a:gd name="connsiteX5" fmla="*/ 2026920 w 2026920"/>
                    <a:gd name="connsiteY5" fmla="*/ 0 h 1181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26920" h="1181100">
                      <a:moveTo>
                        <a:pt x="0" y="899160"/>
                      </a:moveTo>
                      <a:lnTo>
                        <a:pt x="320040" y="1112520"/>
                      </a:lnTo>
                      <a:lnTo>
                        <a:pt x="746760" y="1181100"/>
                      </a:lnTo>
                      <a:lnTo>
                        <a:pt x="1219200" y="998220"/>
                      </a:lnTo>
                      <a:lnTo>
                        <a:pt x="1546860" y="480060"/>
                      </a:lnTo>
                      <a:lnTo>
                        <a:pt x="202692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headEnd type="oval" w="med" len="med"/>
                  <a:tailEnd type="oval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232"/>
                </a:p>
              </p:txBody>
            </p:sp>
          </p:grp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B0175F7-B8CE-11CA-2892-F83587EE7B31}"/>
              </a:ext>
            </a:extLst>
          </p:cNvPr>
          <p:cNvGrpSpPr/>
          <p:nvPr/>
        </p:nvGrpSpPr>
        <p:grpSpPr>
          <a:xfrm>
            <a:off x="10455618" y="5821786"/>
            <a:ext cx="9045285" cy="7639497"/>
            <a:chOff x="5032224" y="2731422"/>
            <a:chExt cx="5105672" cy="4312166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01181555-468D-FB6F-CF95-120658601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1787" y="4291600"/>
              <a:ext cx="442415" cy="37779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DE5D2E0-4486-638A-DE30-ACEBF89C028F}"/>
                </a:ext>
              </a:extLst>
            </p:cNvPr>
            <p:cNvGrpSpPr/>
            <p:nvPr/>
          </p:nvGrpSpPr>
          <p:grpSpPr>
            <a:xfrm>
              <a:off x="5536980" y="5364334"/>
              <a:ext cx="785172" cy="723727"/>
              <a:chOff x="5422223" y="4399984"/>
              <a:chExt cx="785172" cy="723727"/>
            </a:xfrm>
          </p:grpSpPr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30647840-F3C3-6F32-0788-56ED0EBC02B6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D6FF2A5C-ABE9-1D0A-DF62-A11AC1D642EC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D6FF2A5C-ABE9-1D0A-DF62-A11AC1D642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785172" cy="6803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0C878ACF-2ED6-E0A8-6886-0FE639734617}"/>
                </a:ext>
              </a:extLst>
            </p:cNvPr>
            <p:cNvGrpSpPr/>
            <p:nvPr/>
          </p:nvGrpSpPr>
          <p:grpSpPr>
            <a:xfrm>
              <a:off x="6238962" y="5336118"/>
              <a:ext cx="1283731" cy="723727"/>
              <a:chOff x="5422223" y="4399984"/>
              <a:chExt cx="1283731" cy="723727"/>
            </a:xfrm>
          </p:grpSpPr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B21E8583-DC6F-1AA8-7C54-CDD3800AD779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F97EC903-18E4-12B3-38A2-8E20A44AFD59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F97EC903-18E4-12B3-38A2-8E20A44AFD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8FF92C76-BACA-C8B3-17C2-47DECC9AF7D7}"/>
                </a:ext>
              </a:extLst>
            </p:cNvPr>
            <p:cNvGrpSpPr/>
            <p:nvPr/>
          </p:nvGrpSpPr>
          <p:grpSpPr>
            <a:xfrm>
              <a:off x="6942272" y="5336118"/>
              <a:ext cx="1283731" cy="723727"/>
              <a:chOff x="5422223" y="4399984"/>
              <a:chExt cx="1283731" cy="723727"/>
            </a:xfrm>
          </p:grpSpPr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B5693AB6-DE8A-D39F-B1F1-8855943C6610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38C244A3-A8D7-2BB2-AFF5-923C6B8D511F}"/>
                      </a:ext>
                    </a:extLst>
                  </p:cNvPr>
                  <p:cNvSpPr txBox="1"/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38C244A3-A8D7-2BB2-AFF5-923C6B8D51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2223" y="4443390"/>
                    <a:ext cx="1283731" cy="6803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39040C23-E2FC-5D64-9C8C-6DDF2175709F}"/>
                </a:ext>
              </a:extLst>
            </p:cNvPr>
            <p:cNvGrpSpPr/>
            <p:nvPr/>
          </p:nvGrpSpPr>
          <p:grpSpPr>
            <a:xfrm>
              <a:off x="5460147" y="4453583"/>
              <a:ext cx="1287459" cy="680320"/>
              <a:chOff x="4937837" y="4220731"/>
              <a:chExt cx="1287459" cy="680320"/>
            </a:xfrm>
          </p:grpSpPr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C3E3E59B-6359-5948-6B2B-86F0F2225848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03321763-6D72-8AD3-25A3-ED0BEA1C2F4A}"/>
                      </a:ext>
                    </a:extLst>
                  </p:cNvPr>
                  <p:cNvSpPr txBox="1"/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03321763-6D72-8AD3-25A3-ED0BEA1C2F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7837" y="4220731"/>
                    <a:ext cx="1287459" cy="6803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6CBC6C9D-28AE-6C38-85AD-1276C3435D40}"/>
                </a:ext>
              </a:extLst>
            </p:cNvPr>
            <p:cNvGrpSpPr/>
            <p:nvPr/>
          </p:nvGrpSpPr>
          <p:grpSpPr>
            <a:xfrm>
              <a:off x="6607179" y="4441899"/>
              <a:ext cx="1357729" cy="680320"/>
              <a:chOff x="5553498" y="4209047"/>
              <a:chExt cx="1357729" cy="680320"/>
            </a:xfrm>
          </p:grpSpPr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238C9D02-CA8E-EC30-ECF0-DE4CB1DC45CE}"/>
                  </a:ext>
                </a:extLst>
              </p:cNvPr>
              <p:cNvSpPr/>
              <p:nvPr/>
            </p:nvSpPr>
            <p:spPr>
              <a:xfrm>
                <a:off x="5553498" y="4399984"/>
                <a:ext cx="108641" cy="1086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3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67473E7A-179B-51AB-53C5-FD2E82AC1705}"/>
                      </a:ext>
                    </a:extLst>
                  </p:cNvPr>
                  <p:cNvSpPr txBox="1"/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7232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7232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67473E7A-179B-51AB-53C5-FD2E82AC17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3769" y="4209047"/>
                    <a:ext cx="1287458" cy="6803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5B8A0274-2D57-723B-5599-B26ABA75AA42}"/>
                </a:ext>
              </a:extLst>
            </p:cNvPr>
            <p:cNvCxnSpPr>
              <a:cxnSpLocks/>
              <a:stCxn id="152" idx="7"/>
            </p:cNvCxnSpPr>
            <p:nvPr/>
          </p:nvCxnSpPr>
          <p:spPr>
            <a:xfrm flipV="1">
              <a:off x="5760986" y="4712461"/>
              <a:ext cx="341622" cy="6677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1F063D6D-C515-CA41-81DA-F3B9C4AE9B42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H="1" flipV="1">
              <a:off x="6159758" y="4737861"/>
              <a:ext cx="264800" cy="59825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8A09F63-15BA-A1AA-028A-749B7E46A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836" y="4712461"/>
              <a:ext cx="919472" cy="72940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A866363-85C9-D656-28BC-B0BFA716157F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6424558" y="4733388"/>
              <a:ext cx="218305" cy="6027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70B99A4A-F80F-BD64-AF7F-13594351271E}"/>
                </a:ext>
              </a:extLst>
            </p:cNvPr>
            <p:cNvCxnSpPr>
              <a:cxnSpLocks/>
              <a:stCxn id="148" idx="1"/>
            </p:cNvCxnSpPr>
            <p:nvPr/>
          </p:nvCxnSpPr>
          <p:spPr>
            <a:xfrm flipH="1" flipV="1">
              <a:off x="6668142" y="4709645"/>
              <a:ext cx="421315" cy="64238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/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014" y="4036136"/>
                  <a:ext cx="758751" cy="6803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B2111F88-8C59-5B3F-39D1-52A7BC933C57}"/>
                </a:ext>
              </a:extLst>
            </p:cNvPr>
            <p:cNvSpPr/>
            <p:nvPr/>
          </p:nvSpPr>
          <p:spPr>
            <a:xfrm>
              <a:off x="6342549" y="4450754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17527CF5-0904-79A3-63D2-E3AEF654725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V="1">
              <a:off x="5753358" y="4559395"/>
              <a:ext cx="643512" cy="84521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88C6E52-CA2C-860D-7C30-E77835836E8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6396870" y="4559395"/>
              <a:ext cx="30358" cy="84834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AD6A0A9A-36F2-6217-719E-580C7CDB8ED1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6396870" y="4559395"/>
              <a:ext cx="724355" cy="83104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95806EB8-4284-8307-67A9-1DDDA52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720" y="4543486"/>
              <a:ext cx="226739" cy="16615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843515DB-69C0-D2E1-AE64-A106E7EC443E}"/>
                </a:ext>
              </a:extLst>
            </p:cNvPr>
            <p:cNvCxnSpPr>
              <a:cxnSpLocks/>
              <a:endCxn id="118" idx="5"/>
            </p:cNvCxnSpPr>
            <p:nvPr/>
          </p:nvCxnSpPr>
          <p:spPr>
            <a:xfrm flipH="1" flipV="1">
              <a:off x="6435280" y="4543485"/>
              <a:ext cx="242170" cy="16616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C73999D1-84E3-84CD-7CB8-345FE2D4A1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9283" y="4718811"/>
              <a:ext cx="951942" cy="66071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2D31942A-77E8-2DFE-3470-D55F91DE9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4358" y="4687061"/>
              <a:ext cx="533400" cy="63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4A29E5D3-147A-BBA5-7227-3D074C4F84AD}"/>
                </a:ext>
              </a:extLst>
            </p:cNvPr>
            <p:cNvSpPr txBox="1"/>
            <p:nvPr/>
          </p:nvSpPr>
          <p:spPr>
            <a:xfrm>
              <a:off x="5074958" y="5735065"/>
              <a:ext cx="2723706" cy="13085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32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IIR</a:t>
              </a:r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线性</a:t>
              </a:r>
              <a:endParaRPr lang="en-US" altLang="zh-CN" sz="7232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232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循环卷积核</a:t>
              </a:r>
            </a:p>
          </p:txBody>
        </p:sp>
        <p:pic>
          <p:nvPicPr>
            <p:cNvPr id="127" name="图片 126">
              <a:extLst>
                <a:ext uri="{FF2B5EF4-FFF2-40B4-BE49-F238E27FC236}">
                  <a16:creationId xmlns:a16="http://schemas.microsoft.com/office/drawing/2014/main" id="{AE87C241-FADB-9415-6E02-3BF0A1FE4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4419" y="5022701"/>
              <a:ext cx="683523" cy="504557"/>
            </a:xfrm>
            <a:prstGeom prst="rect">
              <a:avLst/>
            </a:prstGeom>
          </p:spPr>
        </p:pic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015D7368-2B2B-CAB7-EAAA-4232EAAE7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6524" y="5022701"/>
              <a:ext cx="683523" cy="5045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/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6857" y="6361092"/>
                  <a:ext cx="785172" cy="68032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094EFC75-340D-D54F-95B9-28BB0B7D404B}"/>
                </a:ext>
              </a:extLst>
            </p:cNvPr>
            <p:cNvSpPr/>
            <p:nvPr/>
          </p:nvSpPr>
          <p:spPr>
            <a:xfrm>
              <a:off x="9358818" y="6313121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9668A681-19A5-BA57-1872-64C95AC1C03C}"/>
                </a:ext>
              </a:extLst>
            </p:cNvPr>
            <p:cNvCxnSpPr>
              <a:cxnSpLocks/>
              <a:stCxn id="130" idx="1"/>
            </p:cNvCxnSpPr>
            <p:nvPr/>
          </p:nvCxnSpPr>
          <p:spPr>
            <a:xfrm flipH="1" flipV="1">
              <a:off x="8303367" y="5490006"/>
              <a:ext cx="1071361" cy="839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9EF9E231-B6F3-D479-50D9-0ADA8AA210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93592" y="5487310"/>
              <a:ext cx="12700" cy="86360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/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7439" y="2731422"/>
                  <a:ext cx="758751" cy="68032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5432C79B-DD1E-4F66-7069-7DE66FCCC00B}"/>
                </a:ext>
              </a:extLst>
            </p:cNvPr>
            <p:cNvSpPr/>
            <p:nvPr/>
          </p:nvSpPr>
          <p:spPr>
            <a:xfrm>
              <a:off x="9313964" y="3151538"/>
              <a:ext cx="108641" cy="1086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84985833-6922-06A9-5AAD-E2E1F6CA1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7017" y="3223056"/>
              <a:ext cx="1066800" cy="186055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3721ED2C-1158-95F7-5157-E9FB921E7CA5}"/>
                </a:ext>
              </a:extLst>
            </p:cNvPr>
            <p:cNvCxnSpPr>
              <a:cxnSpLocks/>
            </p:cNvCxnSpPr>
            <p:nvPr/>
          </p:nvCxnSpPr>
          <p:spPr>
            <a:xfrm>
              <a:off x="9360102" y="3267481"/>
              <a:ext cx="16415" cy="10160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6BF168D1-7E3F-29CA-FBFF-1E0A9769664A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95" y="4675743"/>
              <a:ext cx="6222" cy="40786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34CFDE9B-40B1-3EE7-2530-1F6821B44E4D}"/>
                </a:ext>
              </a:extLst>
            </p:cNvPr>
            <p:cNvSpPr/>
            <p:nvPr/>
          </p:nvSpPr>
          <p:spPr>
            <a:xfrm>
              <a:off x="7933194" y="4949382"/>
              <a:ext cx="728419" cy="7284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F052191F-76DE-B5F2-980B-DB5F25DCD2E9}"/>
                </a:ext>
              </a:extLst>
            </p:cNvPr>
            <p:cNvSpPr/>
            <p:nvPr/>
          </p:nvSpPr>
          <p:spPr>
            <a:xfrm>
              <a:off x="5032224" y="3772928"/>
              <a:ext cx="2750933" cy="281321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F8F7463E-C084-3B90-DB5F-520D41395053}"/>
                </a:ext>
              </a:extLst>
            </p:cNvPr>
            <p:cNvCxnSpPr>
              <a:cxnSpLocks/>
            </p:cNvCxnSpPr>
            <p:nvPr/>
          </p:nvCxnSpPr>
          <p:spPr>
            <a:xfrm>
              <a:off x="7705286" y="4693411"/>
              <a:ext cx="413931" cy="31399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6914D469-F947-559C-8414-BC5AED041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248" y="5655107"/>
              <a:ext cx="622369" cy="34652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/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7383" y="4741389"/>
                  <a:ext cx="756253" cy="68032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4DCAED99-E223-17A4-371D-845572EBF92D}"/>
                    </a:ext>
                  </a:extLst>
                </p:cNvPr>
                <p:cNvSpPr txBox="1"/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7232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7232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4DCAED99-E223-17A4-371D-845572EBF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4686" y="3910557"/>
                  <a:ext cx="823210" cy="68032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9AF19041-E90B-15F4-C2A0-D7C15929E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34E0889D-84CB-4B3C-B969-D3A49835ECAD}"/>
              </a:ext>
            </a:extLst>
          </p:cNvPr>
          <p:cNvSpPr txBox="1"/>
          <p:nvPr/>
        </p:nvSpPr>
        <p:spPr>
          <a:xfrm>
            <a:off x="8306768" y="5152528"/>
            <a:ext cx="13488595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通过拓展非线性维度增强非线性表征能力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5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4531E-0B81-B0F4-7A5F-4A0303D0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15A2E002-4305-355B-1A43-9199F2C68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760299" y="12586086"/>
            <a:ext cx="11256095" cy="185842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DCF42ACA-FED8-E990-4CB1-EB459C544098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5AF3640E-AFA4-3982-6E24-B75E176EC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D406BF-5656-1C48-21B3-B3197B110899}"/>
              </a:ext>
            </a:extLst>
          </p:cNvPr>
          <p:cNvSpPr txBox="1"/>
          <p:nvPr/>
        </p:nvSpPr>
        <p:spPr>
          <a:xfrm>
            <a:off x="10097822" y="13017794"/>
            <a:ext cx="5662472" cy="74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4252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神经网络：</a:t>
            </a:r>
            <a:endParaRPr lang="en-US" altLang="zh-CN" sz="4252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32499FFC-A4E1-D041-5977-EA15708DF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F5C120-6E27-4ABF-CBDA-04C0EBCCF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7280" y="6017851"/>
            <a:ext cx="14719340" cy="587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D9DA-3372-B324-D055-FBF4BD31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B78ABF17-769E-27F5-CDA0-E985F8D84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710883" y="11839242"/>
            <a:ext cx="8040778" cy="132756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6" name="标题 802817">
            <a:extLst>
              <a:ext uri="{FF2B5EF4-FFF2-40B4-BE49-F238E27FC236}">
                <a16:creationId xmlns:a16="http://schemas.microsoft.com/office/drawing/2014/main" id="{7ED76501-B461-649A-18BD-C0C1B70AA392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871F9EDF-93F6-E60A-8BB5-67D38134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3" name="Picture 2" descr="C:\Users\Administrator\Desktop\jd-xhh.jpg">
            <a:extLst>
              <a:ext uri="{FF2B5EF4-FFF2-40B4-BE49-F238E27FC236}">
                <a16:creationId xmlns:a16="http://schemas.microsoft.com/office/drawing/2014/main" id="{CB922E9B-6753-BBC0-729A-0C1026FA7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39F936-56FC-2864-32F2-230DAC5F3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2901" y="7639616"/>
            <a:ext cx="8927276" cy="3564712"/>
          </a:xfrm>
          <a:prstGeom prst="rect">
            <a:avLst/>
          </a:prstGeom>
        </p:spPr>
      </p:pic>
      <p:pic>
        <p:nvPicPr>
          <p:cNvPr id="13" name="Picture" title="fig:">
            <a:extLst>
              <a:ext uri="{FF2B5EF4-FFF2-40B4-BE49-F238E27FC236}">
                <a16:creationId xmlns:a16="http://schemas.microsoft.com/office/drawing/2014/main" id="{D0CB1173-8ABF-AAD3-42B9-348E09438EB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8621356" y="6911943"/>
            <a:ext cx="9522787" cy="648453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60605EE-9C69-1569-EB6D-C13CB6C29EC3}"/>
              </a:ext>
            </a:extLst>
          </p:cNvPr>
          <p:cNvSpPr txBox="1"/>
          <p:nvPr/>
        </p:nvSpPr>
        <p:spPr>
          <a:xfrm>
            <a:off x="11545828" y="13254574"/>
            <a:ext cx="5054988" cy="52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神经网络仿真结果</a:t>
            </a:r>
            <a:endParaRPr lang="en-US" altLang="zh-CN" sz="2833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4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非线性频率响应的建模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——IIR-LNRNN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3" name="Picture" title="fig:">
            <a:extLst>
              <a:ext uri="{FF2B5EF4-FFF2-40B4-BE49-F238E27FC236}">
                <a16:creationId xmlns:a16="http://schemas.microsoft.com/office/drawing/2014/main" id="{670104AD-EF81-E922-910D-4894E65928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8621356" y="6911943"/>
            <a:ext cx="9522787" cy="648453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392069E-CFE6-B21D-8101-F8839E35C58B}"/>
              </a:ext>
            </a:extLst>
          </p:cNvPr>
          <p:cNvGrpSpPr/>
          <p:nvPr/>
        </p:nvGrpSpPr>
        <p:grpSpPr>
          <a:xfrm>
            <a:off x="20964681" y="6901443"/>
            <a:ext cx="8634717" cy="6198179"/>
            <a:chOff x="6843648" y="2256084"/>
            <a:chExt cx="5086338" cy="3665488"/>
          </a:xfrm>
        </p:grpSpPr>
        <p:pic>
          <p:nvPicPr>
            <p:cNvPr id="8" name="Picture" title="fig:">
              <a:extLst>
                <a:ext uri="{FF2B5EF4-FFF2-40B4-BE49-F238E27FC236}">
                  <a16:creationId xmlns:a16="http://schemas.microsoft.com/office/drawing/2014/main" id="{A9A1B36F-DB4D-3C40-952C-DF1BEF9CC3A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843648" y="2256084"/>
              <a:ext cx="4838340" cy="3665488"/>
            </a:xfrm>
            <a:prstGeom prst="rect">
              <a:avLst/>
            </a:prstGeom>
            <a:noFill/>
            <a:ln w="9525">
              <a:noFill/>
              <a:headEnd/>
              <a:tailEnd/>
            </a:ln>
          </p:spPr>
        </p:pic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8FC368ED-F9E4-CF54-7834-83D62F32F8A1}"/>
                </a:ext>
              </a:extLst>
            </p:cNvPr>
            <p:cNvSpPr/>
            <p:nvPr/>
          </p:nvSpPr>
          <p:spPr>
            <a:xfrm>
              <a:off x="8947179" y="3538686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A25598CE-E380-C936-B4F9-09A60F25AAF5}"/>
                </a:ext>
              </a:extLst>
            </p:cNvPr>
            <p:cNvSpPr/>
            <p:nvPr/>
          </p:nvSpPr>
          <p:spPr>
            <a:xfrm>
              <a:off x="9049690" y="327070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8E299753-B61C-B685-FA27-849C1EF799E1}"/>
                </a:ext>
              </a:extLst>
            </p:cNvPr>
            <p:cNvSpPr/>
            <p:nvPr/>
          </p:nvSpPr>
          <p:spPr>
            <a:xfrm>
              <a:off x="9160307" y="3062772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EAD51649-BED2-4648-85FE-C4F604DA383E}"/>
                </a:ext>
              </a:extLst>
            </p:cNvPr>
            <p:cNvSpPr/>
            <p:nvPr/>
          </p:nvSpPr>
          <p:spPr>
            <a:xfrm>
              <a:off x="9346972" y="2794789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 dirty="0"/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F1D00D30-8392-34F3-894B-BA870994AD65}"/>
                </a:ext>
              </a:extLst>
            </p:cNvPr>
            <p:cNvSpPr/>
            <p:nvPr/>
          </p:nvSpPr>
          <p:spPr>
            <a:xfrm>
              <a:off x="9510703" y="2660797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BF33A8C4-4B4B-DE8A-3D13-531DD3D7D7C3}"/>
                </a:ext>
              </a:extLst>
            </p:cNvPr>
            <p:cNvSpPr/>
            <p:nvPr/>
          </p:nvSpPr>
          <p:spPr>
            <a:xfrm>
              <a:off x="9725693" y="2511583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8" name="箭头: 下 17">
              <a:extLst>
                <a:ext uri="{FF2B5EF4-FFF2-40B4-BE49-F238E27FC236}">
                  <a16:creationId xmlns:a16="http://schemas.microsoft.com/office/drawing/2014/main" id="{7F80DFCD-F60C-6C96-39C5-21A7726335B3}"/>
                </a:ext>
              </a:extLst>
            </p:cNvPr>
            <p:cNvSpPr/>
            <p:nvPr/>
          </p:nvSpPr>
          <p:spPr>
            <a:xfrm>
              <a:off x="9940683" y="2392814"/>
              <a:ext cx="102511" cy="26798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364153E-3DA4-DF60-F23C-99A041A0DDB3}"/>
                </a:ext>
              </a:extLst>
            </p:cNvPr>
            <p:cNvSpPr txBox="1"/>
            <p:nvPr/>
          </p:nvSpPr>
          <p:spPr>
            <a:xfrm>
              <a:off x="9166057" y="4349851"/>
              <a:ext cx="2763929" cy="71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232" dirty="0">
                  <a:solidFill>
                    <a:srgbClr val="FF0000"/>
                  </a:solidFill>
                </a:rPr>
                <a:t>震级提升</a:t>
              </a:r>
              <a:r>
                <a:rPr lang="en-US" altLang="zh-CN" sz="7232" dirty="0">
                  <a:solidFill>
                    <a:srgbClr val="FF0000"/>
                  </a:solidFill>
                </a:rPr>
                <a:t>:</a:t>
              </a:r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4D87E1A5-C99B-68D2-9EC4-FC80A323AABA}"/>
                </a:ext>
              </a:extLst>
            </p:cNvPr>
            <p:cNvSpPr/>
            <p:nvPr/>
          </p:nvSpPr>
          <p:spPr>
            <a:xfrm rot="19110544">
              <a:off x="8465471" y="3462694"/>
              <a:ext cx="2390562" cy="23761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32"/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A0126A1-234B-A814-342F-F69D34674FFA}"/>
              </a:ext>
            </a:extLst>
          </p:cNvPr>
          <p:cNvCxnSpPr>
            <a:cxnSpLocks/>
          </p:cNvCxnSpPr>
          <p:nvPr/>
        </p:nvCxnSpPr>
        <p:spPr>
          <a:xfrm flipV="1">
            <a:off x="22541057" y="10880709"/>
            <a:ext cx="209101" cy="195788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41C3593-E6FC-BA9F-46E9-21E422D2B39F}"/>
              </a:ext>
            </a:extLst>
          </p:cNvPr>
          <p:cNvSpPr txBox="1"/>
          <p:nvPr/>
        </p:nvSpPr>
        <p:spPr>
          <a:xfrm>
            <a:off x="19922415" y="12838596"/>
            <a:ext cx="5237295" cy="3431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7232" dirty="0">
                <a:solidFill>
                  <a:schemeClr val="accent1">
                    <a:lumMod val="75000"/>
                  </a:schemeClr>
                </a:solidFill>
              </a:rPr>
              <a:t>系统频率响应平滑近似线性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6A153E-9FC8-8342-382A-932A0ACB628A}"/>
              </a:ext>
            </a:extLst>
          </p:cNvPr>
          <p:cNvSpPr txBox="1"/>
          <p:nvPr/>
        </p:nvSpPr>
        <p:spPr>
          <a:xfrm>
            <a:off x="24883749" y="11042773"/>
            <a:ext cx="3423509" cy="3431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1. </a:t>
            </a:r>
            <a:r>
              <a:rPr lang="zh-CN" altLang="en-US" sz="7232" dirty="0">
                <a:solidFill>
                  <a:srgbClr val="FF0000"/>
                </a:solidFill>
              </a:rPr>
              <a:t>谐振峰值上升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360078-7C2A-B103-9F44-F590E3C30078}"/>
              </a:ext>
            </a:extLst>
          </p:cNvPr>
          <p:cNvSpPr txBox="1"/>
          <p:nvPr/>
        </p:nvSpPr>
        <p:spPr>
          <a:xfrm>
            <a:off x="24897509" y="11775242"/>
            <a:ext cx="3423509" cy="3431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7232" dirty="0">
                <a:solidFill>
                  <a:srgbClr val="FF0000"/>
                </a:solidFill>
              </a:rPr>
              <a:t>2. </a:t>
            </a:r>
            <a:r>
              <a:rPr lang="zh-CN" altLang="en-US" sz="7232" dirty="0">
                <a:solidFill>
                  <a:srgbClr val="FF0000"/>
                </a:solidFill>
              </a:rPr>
              <a:t>中心频率右移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5DC1EDF-1D7B-18F9-F987-5847637CA008}"/>
              </a:ext>
            </a:extLst>
          </p:cNvPr>
          <p:cNvCxnSpPr>
            <a:cxnSpLocks/>
          </p:cNvCxnSpPr>
          <p:nvPr/>
        </p:nvCxnSpPr>
        <p:spPr>
          <a:xfrm>
            <a:off x="16198677" y="9583064"/>
            <a:ext cx="3758980" cy="36203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A02B633-2DA1-97C6-5340-219663F4834A}"/>
              </a:ext>
            </a:extLst>
          </p:cNvPr>
          <p:cNvCxnSpPr>
            <a:cxnSpLocks/>
          </p:cNvCxnSpPr>
          <p:nvPr/>
        </p:nvCxnSpPr>
        <p:spPr>
          <a:xfrm>
            <a:off x="16123449" y="8221341"/>
            <a:ext cx="8702625" cy="3252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148AE21C-6C5F-4132-DBE8-F562A8A56F49}"/>
              </a:ext>
            </a:extLst>
          </p:cNvPr>
          <p:cNvSpPr txBox="1"/>
          <p:nvPr/>
        </p:nvSpPr>
        <p:spPr>
          <a:xfrm>
            <a:off x="18496683" y="11584342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chemeClr val="accent6"/>
                </a:solidFill>
              </a:rPr>
              <a:t>可以模拟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24FCA9A-445F-803C-BFF2-09EDDE80064E}"/>
              </a:ext>
            </a:extLst>
          </p:cNvPr>
          <p:cNvSpPr txBox="1"/>
          <p:nvPr/>
        </p:nvSpPr>
        <p:spPr>
          <a:xfrm>
            <a:off x="19413914" y="8519706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chemeClr val="accent6"/>
                </a:solidFill>
              </a:rPr>
              <a:t>可以模拟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BDB0B3E-D757-F75D-196C-8CAF6F888C9D}"/>
              </a:ext>
            </a:extLst>
          </p:cNvPr>
          <p:cNvCxnSpPr>
            <a:cxnSpLocks/>
          </p:cNvCxnSpPr>
          <p:nvPr/>
        </p:nvCxnSpPr>
        <p:spPr>
          <a:xfrm>
            <a:off x="14064747" y="7647874"/>
            <a:ext cx="10918954" cy="444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6596124-3BDF-EC0F-E71A-2EE0BB73BD12}"/>
              </a:ext>
            </a:extLst>
          </p:cNvPr>
          <p:cNvSpPr txBox="1"/>
          <p:nvPr/>
        </p:nvSpPr>
        <p:spPr>
          <a:xfrm>
            <a:off x="18536757" y="10027693"/>
            <a:ext cx="3897221" cy="1205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32" dirty="0">
                <a:solidFill>
                  <a:schemeClr val="accent6"/>
                </a:solidFill>
              </a:rPr>
              <a:t>可以模拟</a:t>
            </a:r>
          </a:p>
        </p:txBody>
      </p:sp>
      <p:sp>
        <p:nvSpPr>
          <p:cNvPr id="50" name="箭头: 下 49">
            <a:extLst>
              <a:ext uri="{FF2B5EF4-FFF2-40B4-BE49-F238E27FC236}">
                <a16:creationId xmlns:a16="http://schemas.microsoft.com/office/drawing/2014/main" id="{78D0228B-83BD-B791-ECBB-F56923EE7F16}"/>
              </a:ext>
            </a:extLst>
          </p:cNvPr>
          <p:cNvSpPr/>
          <p:nvPr/>
        </p:nvSpPr>
        <p:spPr>
          <a:xfrm>
            <a:off x="13564879" y="7677946"/>
            <a:ext cx="174024" cy="45314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990C2D9C-3664-7DE4-2948-B7B87A79937E}"/>
              </a:ext>
            </a:extLst>
          </p:cNvPr>
          <p:cNvSpPr/>
          <p:nvPr/>
        </p:nvSpPr>
        <p:spPr>
          <a:xfrm>
            <a:off x="13828811" y="7224797"/>
            <a:ext cx="174024" cy="45314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C9A02479-D562-ADBA-C7B1-4301DA0238A3}"/>
              </a:ext>
            </a:extLst>
          </p:cNvPr>
          <p:cNvSpPr/>
          <p:nvPr/>
        </p:nvSpPr>
        <p:spPr>
          <a:xfrm>
            <a:off x="14156576" y="6793159"/>
            <a:ext cx="174024" cy="45314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69897FCA-690D-F24C-FFD2-38D3DFB20647}"/>
              </a:ext>
            </a:extLst>
          </p:cNvPr>
          <p:cNvSpPr/>
          <p:nvPr/>
        </p:nvSpPr>
        <p:spPr>
          <a:xfrm>
            <a:off x="14464953" y="6624677"/>
            <a:ext cx="174024" cy="45314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32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161EB50-0C36-15F2-DF03-1CF4A32462DD}"/>
              </a:ext>
            </a:extLst>
          </p:cNvPr>
          <p:cNvSpPr txBox="1"/>
          <p:nvPr/>
        </p:nvSpPr>
        <p:spPr>
          <a:xfrm>
            <a:off x="11545828" y="13254574"/>
            <a:ext cx="5054988" cy="52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IIR-LNRNN</a:t>
            </a:r>
            <a:r>
              <a:rPr lang="zh-CN" altLang="en-US" sz="2833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神经网络仿真结果</a:t>
            </a:r>
            <a:endParaRPr lang="en-US" altLang="zh-CN" sz="2833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BCEEEB8-E104-0641-5DCA-79AF4035921E}"/>
              </a:ext>
            </a:extLst>
          </p:cNvPr>
          <p:cNvSpPr txBox="1"/>
          <p:nvPr/>
        </p:nvSpPr>
        <p:spPr>
          <a:xfrm>
            <a:off x="14495281" y="5465966"/>
            <a:ext cx="11077469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对比预期模拟的</a:t>
            </a:r>
            <a:r>
              <a:rPr lang="en-US" altLang="zh-CN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</a:t>
            </a:r>
            <a:r>
              <a:rPr lang="zh-CN" altLang="en-US" sz="4960" b="1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非线性系统</a:t>
            </a:r>
            <a:endParaRPr lang="en-US" altLang="zh-CN" sz="4960" b="1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36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非线性频率响应补偿器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分量残差补偿器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436D97-7C10-4FAA-8CC0-9A00CCBDB2A6}"/>
                  </a:ext>
                </a:extLst>
              </p:cNvPr>
              <p:cNvSpPr txBox="1"/>
              <p:nvPr/>
            </p:nvSpPr>
            <p:spPr>
              <a:xfrm>
                <a:off x="10278274" y="5876392"/>
                <a:ext cx="17243433" cy="7570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772"/>
                  </a:spcAft>
                </a:pPr>
                <a:r>
                  <a:rPr lang="en-US" altLang="zh-CN" sz="3542" dirty="0" err="1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对于一个</a:t>
                </a:r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IIR_LNRNN </a:t>
                </a:r>
                <a:r>
                  <a:rPr lang="en-US" altLang="zh-CN" sz="3542" dirty="0" err="1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系统</a:t>
                </a:r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IIR</m:t>
                      </m:r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LNRNN</m:t>
                      </m:r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若希望补偿得到其中一个线性分量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，则有：</a:t>
                </a:r>
              </a:p>
              <a:p>
                <a:pPr>
                  <a:spcAft>
                    <a:spcPts val="1772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IIR</m:t>
                              </m:r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LNRNN</m:t>
                              </m:r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3542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zh-CN" sz="3542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3542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zh-CN" altLang="zh-CN" sz="3542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3542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3542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542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542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补偿器包括一个</a:t>
                </a:r>
                <a:r>
                  <a:rPr lang="zh-CN" altLang="zh-CN" sz="3542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非线性逆函数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54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542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</m:d>
                      </m:e>
                      <m:sup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和一个</a:t>
                </a:r>
                <a:r>
                  <a:rPr lang="zh-CN" altLang="zh-CN" sz="3542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余项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542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≠</m:t>
                        </m:r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zh-CN" altLang="zh-CN" sz="354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42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3542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542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354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42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542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354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542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542" i="1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3542" i="1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非线性余项也是一个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IIR</m:t>
                    </m:r>
                    <m: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LNRNN</m:t>
                    </m:r>
                  </m:oMath>
                </a14:m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，因此补偿器由一个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IIR</m:t>
                    </m:r>
                    <m: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3542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LNRNN</m:t>
                    </m:r>
                  </m:oMath>
                </a14:m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和一个非线性函数的逆函数组成。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436D97-7C10-4FAA-8CC0-9A00CCBD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274" y="5876392"/>
                <a:ext cx="17243433" cy="7570149"/>
              </a:xfrm>
              <a:prstGeom prst="rect">
                <a:avLst/>
              </a:prstGeom>
              <a:blipFill>
                <a:blip r:embed="rId3"/>
                <a:stretch>
                  <a:fillRect l="-1060" t="-1449" b="-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37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非线性频率响应补偿器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分量残差补偿器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pic>
        <p:nvPicPr>
          <p:cNvPr id="7" name="Picture" title="fig:">
            <a:extLst>
              <a:ext uri="{FF2B5EF4-FFF2-40B4-BE49-F238E27FC236}">
                <a16:creationId xmlns:a16="http://schemas.microsoft.com/office/drawing/2014/main" id="{28B11572-29F4-4D6D-9B7B-2F85B9610BD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683543" y="5207590"/>
            <a:ext cx="16432895" cy="738051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8FF617-A154-4C23-BFF5-23329C7009E2}"/>
              </a:ext>
            </a:extLst>
          </p:cNvPr>
          <p:cNvSpPr txBox="1"/>
          <p:nvPr/>
        </p:nvSpPr>
        <p:spPr>
          <a:xfrm>
            <a:off x="11424147" y="12848763"/>
            <a:ext cx="16366582" cy="140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5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优势： </a:t>
            </a:r>
            <a:r>
              <a:rPr lang="zh-CN" altLang="zh-CN" sz="425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如果能实现</a:t>
            </a:r>
            <a:r>
              <a:rPr lang="zh-CN" altLang="zh-CN" sz="4252" b="1" kern="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完全估计</a:t>
            </a:r>
            <a:r>
              <a:rPr lang="zh-CN" altLang="zh-CN" sz="425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各分量，那么能够做到完美补偿</a:t>
            </a:r>
            <a:endParaRPr lang="en-US" altLang="zh-CN" sz="4252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425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缺陷：</a:t>
            </a:r>
            <a:r>
              <a:rPr lang="zh-CN" altLang="zh-CN" sz="4252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各非线性分量的分解和</a:t>
            </a:r>
            <a:r>
              <a:rPr lang="zh-CN" altLang="zh-CN" sz="4252" b="1" kern="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估计</a:t>
            </a:r>
            <a:r>
              <a:rPr lang="zh-CN" altLang="en-US" sz="4252" b="1" kern="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十分困难</a:t>
            </a:r>
            <a:endParaRPr lang="zh-CN" altLang="en-US" sz="4252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276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非线性频率响应补偿器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相对传递函数补偿器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71277C-0736-4DCE-B20C-AB0BE27A8CAD}"/>
                  </a:ext>
                </a:extLst>
              </p:cNvPr>
              <p:cNvSpPr txBox="1"/>
              <p:nvPr/>
            </p:nvSpPr>
            <p:spPr>
              <a:xfrm>
                <a:off x="10459429" y="5472611"/>
                <a:ext cx="16391699" cy="3463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772"/>
                  </a:spcAft>
                </a:pPr>
                <a:r>
                  <a:rPr lang="en-US" altLang="zh-CN" sz="4960" b="1" dirty="0" err="1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补偿器结构</a:t>
                </a:r>
                <a:r>
                  <a:rPr lang="en-US" altLang="zh-CN" sz="4960" b="1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zh-CN" altLang="zh-CN" sz="496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49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4960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IIR</m:t>
                          </m:r>
                          <m:r>
                            <m:rPr>
                              <m:nor/>
                            </m:rPr>
                            <a:rPr lang="en-US" altLang="zh-CN" sz="4960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zh-CN" sz="4960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LNRNN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4960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compensator</m:t>
                          </m:r>
                        </m:sub>
                      </m:sSub>
                      <m:r>
                        <a:rPr lang="en-US" altLang="zh-CN" sz="496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49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496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49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496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49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496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496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49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96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496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496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49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96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496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49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496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960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4960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496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71277C-0736-4DCE-B20C-AB0BE27A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429" y="5472611"/>
                <a:ext cx="16391699" cy="3463449"/>
              </a:xfrm>
              <a:prstGeom prst="rect">
                <a:avLst/>
              </a:prstGeom>
              <a:blipFill>
                <a:blip r:embed="rId3"/>
                <a:stretch>
                  <a:fillRect l="-1785" t="-4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49460BD-98DE-4206-B8C5-4A43A2553D28}"/>
                  </a:ext>
                </a:extLst>
              </p:cNvPr>
              <p:cNvSpPr txBox="1"/>
              <p:nvPr/>
            </p:nvSpPr>
            <p:spPr>
              <a:xfrm>
                <a:off x="11221861" y="8783231"/>
                <a:ext cx="16869061" cy="5617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772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542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542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为补偿器的线性分量，设计为</a:t>
                </a:r>
                <a:r>
                  <a:rPr lang="zh-CN" altLang="zh-CN" sz="3542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相对传递函数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，满足：</a:t>
                </a:r>
              </a:p>
              <a:p>
                <a:pPr>
                  <a:spcAft>
                    <a:spcPts val="1772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772"/>
                  </a:spcAft>
                </a:pPr>
                <a:r>
                  <a:rPr lang="zh-CN" altLang="en-US" sz="3542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假设</a:t>
                </a:r>
                <a:r>
                  <a:rPr lang="zh-CN" altLang="zh-CN" sz="3542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有如下近似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后续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需要</a:t>
                </a:r>
                <a:r>
                  <a:rPr lang="zh-CN" altLang="en-US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补充</a:t>
                </a:r>
                <a:r>
                  <a:rPr lang="zh-CN" altLang="zh-CN" sz="3542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数学证明，并分析其误差）：</a:t>
                </a:r>
              </a:p>
              <a:p>
                <a:pPr>
                  <a:spcAft>
                    <a:spcPts val="1772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3542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IIR</m:t>
                          </m:r>
                          <m:r>
                            <m:rPr>
                              <m:nor/>
                            </m:rPr>
                            <a:rPr lang="en-US" altLang="zh-CN" sz="3542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zh-CN" sz="3542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LNRNN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3542"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compensator</m:t>
                          </m:r>
                        </m:sub>
                      </m:sSub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3542"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IIR</m:t>
                      </m:r>
                      <m:r>
                        <m:rPr>
                          <m:nor/>
                        </m:rPr>
                        <a:rPr lang="en-US" altLang="zh-CN" sz="3542"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altLang="zh-CN" sz="3542"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LNRNN</m:t>
                      </m:r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3542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542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542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542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3542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3542" i="1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3542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3542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sz="3542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3542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zh-CN" sz="3542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3542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zh-CN" sz="3542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49460BD-98DE-4206-B8C5-4A43A2553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1861" y="8783231"/>
                <a:ext cx="16869061" cy="5617051"/>
              </a:xfrm>
              <a:prstGeom prst="rect">
                <a:avLst/>
              </a:prstGeom>
              <a:blipFill>
                <a:blip r:embed="rId4"/>
                <a:stretch>
                  <a:fillRect l="-1084" t="-1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872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非线性频率响应补偿器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相对传递函数补偿器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pic>
        <p:nvPicPr>
          <p:cNvPr id="11" name="Picture" title="fig:">
            <a:extLst>
              <a:ext uri="{FF2B5EF4-FFF2-40B4-BE49-F238E27FC236}">
                <a16:creationId xmlns:a16="http://schemas.microsoft.com/office/drawing/2014/main" id="{6BF5713D-0991-4729-BBE5-2411AECB3A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8373007" y="5571845"/>
            <a:ext cx="10526985" cy="662248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2" name="Picture" title="fig:">
            <a:extLst>
              <a:ext uri="{FF2B5EF4-FFF2-40B4-BE49-F238E27FC236}">
                <a16:creationId xmlns:a16="http://schemas.microsoft.com/office/drawing/2014/main" id="{80D4A466-F094-46FF-81E6-8890432F52F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8899983" y="5571845"/>
            <a:ext cx="10003699" cy="662248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588C157-6880-4741-BE67-7D57E636A2DE}"/>
              </a:ext>
            </a:extLst>
          </p:cNvPr>
          <p:cNvSpPr txBox="1"/>
          <p:nvPr/>
        </p:nvSpPr>
        <p:spPr>
          <a:xfrm>
            <a:off x="20659125" y="12768962"/>
            <a:ext cx="7523649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18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实际相对传递函数补偿器补偿效果</a:t>
            </a:r>
            <a:endParaRPr lang="zh-CN" altLang="en-US" sz="7232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29B2CB-EF06-498C-86CE-ED510D973B48}"/>
              </a:ext>
            </a:extLst>
          </p:cNvPr>
          <p:cNvSpPr txBox="1"/>
          <p:nvPr/>
        </p:nvSpPr>
        <p:spPr>
          <a:xfrm>
            <a:off x="10663780" y="12775679"/>
            <a:ext cx="7523649" cy="58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8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仿真</a:t>
            </a:r>
            <a:r>
              <a:rPr lang="zh-CN" altLang="zh-CN" sz="318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相对传递函数补偿器补偿效果</a:t>
            </a:r>
            <a:endParaRPr lang="zh-CN" altLang="en-US" sz="7232" b="1" dirty="0"/>
          </a:p>
        </p:txBody>
      </p:sp>
    </p:spTree>
    <p:extLst>
      <p:ext uri="{BB962C8B-B14F-4D97-AF65-F5344CB8AC3E}">
        <p14:creationId xmlns:p14="http://schemas.microsoft.com/office/powerpoint/2010/main" val="407122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937B-AEFE-7C01-0AE7-DF907093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802817">
            <a:extLst>
              <a:ext uri="{FF2B5EF4-FFF2-40B4-BE49-F238E27FC236}">
                <a16:creationId xmlns:a16="http://schemas.microsoft.com/office/drawing/2014/main" id="{3B9DB675-08F9-FF66-019D-6305E5D876BD}"/>
              </a:ext>
            </a:extLst>
          </p:cNvPr>
          <p:cNvSpPr txBox="1">
            <a:spLocks/>
          </p:cNvSpPr>
          <p:nvPr/>
        </p:nvSpPr>
        <p:spPr>
          <a:xfrm>
            <a:off x="8156407" y="2994779"/>
            <a:ext cx="18460913" cy="1952142"/>
          </a:xfrm>
          <a:prstGeom prst="rect">
            <a:avLst/>
          </a:prstGeom>
        </p:spPr>
        <p:txBody>
          <a:bodyPr vert="horz" lIns="161996" tIns="80998" rIns="161996" bIns="809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非线性频率响应补偿器</a:t>
            </a:r>
            <a:r>
              <a:rPr lang="en-US" altLang="zh-CN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5668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相对传递函数补偿器</a:t>
            </a:r>
            <a:endParaRPr lang="zh-CN" altLang="en-US" sz="5668" b="1" noProof="1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自选图形 7">
            <a:extLst>
              <a:ext uri="{FF2B5EF4-FFF2-40B4-BE49-F238E27FC236}">
                <a16:creationId xmlns:a16="http://schemas.microsoft.com/office/drawing/2014/main" id="{06E01824-1875-E5EA-7FD6-7D6F99990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403" y="4946928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4834D114-6B79-1F4A-8F5F-BE26205D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588C157-6880-4741-BE67-7D57E636A2DE}"/>
              </a:ext>
            </a:extLst>
          </p:cNvPr>
          <p:cNvSpPr txBox="1"/>
          <p:nvPr/>
        </p:nvSpPr>
        <p:spPr>
          <a:xfrm>
            <a:off x="10101977" y="6899073"/>
            <a:ext cx="18460913" cy="499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37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后续研究内容：</a:t>
            </a:r>
            <a:endParaRPr lang="en-US" altLang="zh-CN" sz="6378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en-US" sz="637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设计指标评价补偿效果</a:t>
            </a:r>
            <a:endParaRPr lang="en-US" altLang="zh-CN" sz="6378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en-US" sz="637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补充假设的数学证明</a:t>
            </a:r>
            <a:endParaRPr lang="en-US" altLang="zh-CN" sz="6378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en-US" sz="637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设计模型的训练流程和梯度下降的权重更新算法</a:t>
            </a:r>
            <a:endParaRPr lang="en-US" altLang="zh-CN" sz="6378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07482" indent="-607482">
              <a:buAutoNum type="arabicPeriod"/>
            </a:pPr>
            <a:r>
              <a:rPr lang="zh-CN" altLang="en-US" sz="6378" b="1" kern="0" dirty="0">
                <a:ea typeface="等线" panose="02010600030101010101" pitchFamily="2" charset="-122"/>
                <a:cs typeface="Times New Roman" panose="02020603050405020304" pitchFamily="18" charset="0"/>
              </a:rPr>
              <a:t>优化补偿效果，提升指标</a:t>
            </a:r>
            <a:endParaRPr lang="en-US" altLang="zh-CN" sz="6378" b="1" kern="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37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82FE-90E1-4C6D-D5B2-FEDC1433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组合 535">
            <a:extLst>
              <a:ext uri="{FF2B5EF4-FFF2-40B4-BE49-F238E27FC236}">
                <a16:creationId xmlns:a16="http://schemas.microsoft.com/office/drawing/2014/main" id="{88C4AA3C-F251-5256-65DD-CB6C8464D41E}"/>
              </a:ext>
            </a:extLst>
          </p:cNvPr>
          <p:cNvGrpSpPr/>
          <p:nvPr/>
        </p:nvGrpSpPr>
        <p:grpSpPr>
          <a:xfrm>
            <a:off x="14901874" y="2185918"/>
            <a:ext cx="3287507" cy="4923957"/>
            <a:chOff x="15557867" y="11812989"/>
            <a:chExt cx="4383768" cy="68691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A4901B-6167-4E3B-A9D7-47EFB8AE2E69}"/>
                </a:ext>
              </a:extLst>
            </p:cNvPr>
            <p:cNvSpPr/>
            <p:nvPr/>
          </p:nvSpPr>
          <p:spPr>
            <a:xfrm>
              <a:off x="15622035" y="11961247"/>
              <a:ext cx="4319600" cy="2646671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F7828839-2949-4B19-9F9C-F2D82E790708}"/>
                </a:ext>
              </a:extLst>
            </p:cNvPr>
            <p:cNvSpPr/>
            <p:nvPr/>
          </p:nvSpPr>
          <p:spPr>
            <a:xfrm rot="17901657">
              <a:off x="15242998" y="13285486"/>
              <a:ext cx="4971175" cy="4341438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54" name="弧形 153">
              <a:extLst>
                <a:ext uri="{FF2B5EF4-FFF2-40B4-BE49-F238E27FC236}">
                  <a16:creationId xmlns:a16="http://schemas.microsoft.com/office/drawing/2014/main" id="{597C09CC-8B03-469C-B120-52D4A8708FC5}"/>
                </a:ext>
              </a:extLst>
            </p:cNvPr>
            <p:cNvSpPr/>
            <p:nvPr/>
          </p:nvSpPr>
          <p:spPr>
            <a:xfrm rot="17872389">
              <a:off x="14675140" y="13352182"/>
              <a:ext cx="5856786" cy="4007613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55" name="弧形 154">
              <a:extLst>
                <a:ext uri="{FF2B5EF4-FFF2-40B4-BE49-F238E27FC236}">
                  <a16:creationId xmlns:a16="http://schemas.microsoft.com/office/drawing/2014/main" id="{0E6B78B9-BC6F-48A7-A655-225577E6B188}"/>
                </a:ext>
              </a:extLst>
            </p:cNvPr>
            <p:cNvSpPr/>
            <p:nvPr/>
          </p:nvSpPr>
          <p:spPr>
            <a:xfrm rot="17872389">
              <a:off x="14052520" y="13380072"/>
              <a:ext cx="6869160" cy="3734993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</p:grpSp>
      <p:pic>
        <p:nvPicPr>
          <p:cNvPr id="158" name="图片 157">
            <a:extLst>
              <a:ext uri="{FF2B5EF4-FFF2-40B4-BE49-F238E27FC236}">
                <a16:creationId xmlns:a16="http://schemas.microsoft.com/office/drawing/2014/main" id="{10E7D231-4221-4238-95D0-B95ED5D28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867" y="5433196"/>
            <a:ext cx="2505889" cy="2347711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41555FC0-FC1E-4B59-A5D7-4428F05A1A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599" y="-575820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EAEC081E-188B-40A4-91B2-F32587818B62}"/>
              </a:ext>
            </a:extLst>
          </p:cNvPr>
          <p:cNvGrpSpPr/>
          <p:nvPr/>
        </p:nvGrpSpPr>
        <p:grpSpPr>
          <a:xfrm>
            <a:off x="22495332" y="3326430"/>
            <a:ext cx="3699424" cy="5219648"/>
            <a:chOff x="31058053" y="2720291"/>
            <a:chExt cx="4128984" cy="2201925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0DA123DE-F42B-4987-A0B6-DDBA0AE7D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01541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076BA001-1A56-4FBE-A605-F8BB1741C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58053" y="3927857"/>
              <a:ext cx="4128984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25FEBD3-D11B-4F55-A772-0A9CDD3F2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7" y="4635009"/>
              <a:ext cx="4115729" cy="28720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E547D5F-A359-44D7-B0A7-E05D2C57E9F6}"/>
              </a:ext>
            </a:extLst>
          </p:cNvPr>
          <p:cNvSpPr txBox="1"/>
          <p:nvPr/>
        </p:nvSpPr>
        <p:spPr>
          <a:xfrm>
            <a:off x="14065270" y="1162631"/>
            <a:ext cx="50012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Frequency Response</a:t>
            </a:r>
          </a:p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Under Different Magnitude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弧形 160">
            <a:extLst>
              <a:ext uri="{FF2B5EF4-FFF2-40B4-BE49-F238E27FC236}">
                <a16:creationId xmlns:a16="http://schemas.microsoft.com/office/drawing/2014/main" id="{2D5AE6F8-EC0F-4C34-A0FE-F55D5511E621}"/>
              </a:ext>
            </a:extLst>
          </p:cNvPr>
          <p:cNvSpPr/>
          <p:nvPr/>
        </p:nvSpPr>
        <p:spPr>
          <a:xfrm rot="21360324" flipH="1">
            <a:off x="10862772" y="-5750131"/>
            <a:ext cx="8854043" cy="8678998"/>
          </a:xfrm>
          <a:prstGeom prst="arc">
            <a:avLst>
              <a:gd name="adj1" fmla="val 16881842"/>
              <a:gd name="adj2" fmla="val 5544754"/>
            </a:avLst>
          </a:prstGeom>
          <a:ln w="25400">
            <a:solidFill>
              <a:schemeClr val="accent2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n>
                <a:solidFill>
                  <a:srgbClr val="FF0000"/>
                </a:solidFill>
              </a:ln>
            </a:endParaRPr>
          </a:p>
        </p:txBody>
      </p: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F815375F-F700-44CE-9B4A-FDAA9B785552}"/>
              </a:ext>
            </a:extLst>
          </p:cNvPr>
          <p:cNvGrpSpPr/>
          <p:nvPr/>
        </p:nvGrpSpPr>
        <p:grpSpPr>
          <a:xfrm>
            <a:off x="2550130" y="-7356359"/>
            <a:ext cx="5558508" cy="5324957"/>
            <a:chOff x="6561862" y="2090795"/>
            <a:chExt cx="5558507" cy="5324957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0647840-F3C3-6F32-0788-56ED0EBC02B6}"/>
                </a:ext>
              </a:extLst>
            </p:cNvPr>
            <p:cNvSpPr/>
            <p:nvPr/>
          </p:nvSpPr>
          <p:spPr>
            <a:xfrm>
              <a:off x="7986016" y="5906327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D6FF2A5C-ABE9-1D0A-DF62-A11AC1D642EC}"/>
                    </a:ext>
                  </a:extLst>
                </p:cNvPr>
                <p:cNvSpPr txBox="1"/>
                <p:nvPr/>
              </p:nvSpPr>
              <p:spPr>
                <a:xfrm>
                  <a:off x="7753445" y="5983226"/>
                  <a:ext cx="5981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D6FF2A5C-ABE9-1D0A-DF62-A11AC1D64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3445" y="5983226"/>
                  <a:ext cx="598176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B21E8583-DC6F-1AA8-7C54-CDD3800AD779}"/>
                </a:ext>
              </a:extLst>
            </p:cNvPr>
            <p:cNvSpPr/>
            <p:nvPr/>
          </p:nvSpPr>
          <p:spPr>
            <a:xfrm>
              <a:off x="9229658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97EC903-18E4-12B3-38A2-8E20A44AFD59}"/>
                    </a:ext>
                  </a:extLst>
                </p:cNvPr>
                <p:cNvSpPr txBox="1"/>
                <p:nvPr/>
              </p:nvSpPr>
              <p:spPr>
                <a:xfrm>
                  <a:off x="8997090" y="5933238"/>
                  <a:ext cx="89633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97EC903-18E4-12B3-38A2-8E20A44AF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090" y="5933238"/>
                  <a:ext cx="896335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B5693AB6-DE8A-D39F-B1F1-8855943C6610}"/>
                </a:ext>
              </a:extLst>
            </p:cNvPr>
            <p:cNvSpPr/>
            <p:nvPr/>
          </p:nvSpPr>
          <p:spPr>
            <a:xfrm>
              <a:off x="10475652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C244A3-A8D7-2BB2-AFF5-923C6B8D511F}"/>
                    </a:ext>
                  </a:extLst>
                </p:cNvPr>
                <p:cNvSpPr txBox="1"/>
                <p:nvPr/>
              </p:nvSpPr>
              <p:spPr>
                <a:xfrm>
                  <a:off x="10243083" y="5933238"/>
                  <a:ext cx="89633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C244A3-A8D7-2BB2-AFF5-923C6B8D5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083" y="5933238"/>
                  <a:ext cx="89633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C3E3E59B-6359-5948-6B2B-86F0F2225848}"/>
                </a:ext>
              </a:extLst>
            </p:cNvPr>
            <p:cNvSpPr/>
            <p:nvPr/>
          </p:nvSpPr>
          <p:spPr>
            <a:xfrm>
              <a:off x="8708043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03321763-6D72-8AD3-25A3-ED0BEA1C2F4A}"/>
                    </a:ext>
                  </a:extLst>
                </p:cNvPr>
                <p:cNvSpPr txBox="1"/>
                <p:nvPr/>
              </p:nvSpPr>
              <p:spPr>
                <a:xfrm>
                  <a:off x="7617328" y="4292828"/>
                  <a:ext cx="9027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03321763-6D72-8AD3-25A3-ED0BEA1C2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28" y="4292828"/>
                  <a:ext cx="902748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238C9D02-CA8E-EC30-ECF0-DE4CB1DC45CE}"/>
                </a:ext>
              </a:extLst>
            </p:cNvPr>
            <p:cNvSpPr/>
            <p:nvPr/>
          </p:nvSpPr>
          <p:spPr>
            <a:xfrm>
              <a:off x="9649427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67473E7A-179B-51AB-53C5-FD2E82AC1705}"/>
                    </a:ext>
                  </a:extLst>
                </p:cNvPr>
                <p:cNvSpPr txBox="1"/>
                <p:nvPr/>
              </p:nvSpPr>
              <p:spPr>
                <a:xfrm>
                  <a:off x="9773918" y="4272127"/>
                  <a:ext cx="9027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67473E7A-179B-51AB-53C5-FD2E82AC1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18" y="4272127"/>
                  <a:ext cx="902748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5B8A0274-2D57-723B-5599-B26ABA75AA42}"/>
                </a:ext>
              </a:extLst>
            </p:cNvPr>
            <p:cNvCxnSpPr>
              <a:cxnSpLocks/>
              <a:stCxn id="152" idx="7"/>
            </p:cNvCxnSpPr>
            <p:nvPr/>
          </p:nvCxnSpPr>
          <p:spPr>
            <a:xfrm flipV="1">
              <a:off x="8150299" y="4751460"/>
              <a:ext cx="605223" cy="118305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1F063D6D-C515-CA41-81DA-F3B9C4AE9B42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H="1" flipV="1">
              <a:off x="8856770" y="4796459"/>
              <a:ext cx="469124" cy="105988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8A09F63-15BA-A1AA-028A-749B7E46A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052" y="4751460"/>
              <a:ext cx="1628950" cy="129221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A866363-85C9-D656-28BC-B0BFA716157F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9325893" y="4788534"/>
              <a:ext cx="386752" cy="106780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70B99A4A-F80F-BD64-AF7F-13594351271E}"/>
                </a:ext>
              </a:extLst>
            </p:cNvPr>
            <p:cNvCxnSpPr>
              <a:cxnSpLocks/>
              <a:stCxn id="148" idx="1"/>
            </p:cNvCxnSpPr>
            <p:nvPr/>
          </p:nvCxnSpPr>
          <p:spPr>
            <a:xfrm flipH="1" flipV="1">
              <a:off x="9757430" y="4746471"/>
              <a:ext cx="746408" cy="11380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/>
                <p:nvPr/>
              </p:nvSpPr>
              <p:spPr>
                <a:xfrm>
                  <a:off x="8910372" y="3553273"/>
                  <a:ext cx="6045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0372" y="3553273"/>
                  <a:ext cx="604588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B2111F88-8C59-5B3F-39D1-52A7BC933C57}"/>
                </a:ext>
              </a:extLst>
            </p:cNvPr>
            <p:cNvSpPr/>
            <p:nvPr/>
          </p:nvSpPr>
          <p:spPr>
            <a:xfrm>
              <a:off x="9180605" y="4287816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17527CF5-0904-79A3-63D2-E3AEF654725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V="1">
              <a:off x="8136786" y="4480286"/>
              <a:ext cx="1140055" cy="149739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88C6E52-CA2C-860D-7C30-E77835836E8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53783" cy="150294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AD6A0A9A-36F2-6217-719E-580C7CDB8ED1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1283278" cy="147228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95806EB8-4284-8307-67A9-1DDDA52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7097" y="4452101"/>
              <a:ext cx="401694" cy="29437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843515DB-69C0-D2E1-AE64-A106E7EC443E}"/>
                </a:ext>
              </a:extLst>
            </p:cNvPr>
            <p:cNvCxnSpPr>
              <a:cxnSpLocks/>
              <a:endCxn id="118" idx="5"/>
            </p:cNvCxnSpPr>
            <p:nvPr/>
          </p:nvCxnSpPr>
          <p:spPr>
            <a:xfrm flipH="1" flipV="1">
              <a:off x="9344889" y="4452099"/>
              <a:ext cx="429032" cy="29437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C73999D1-84E3-84CD-7CB8-345FE2D4A1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3644" y="4762709"/>
              <a:ext cx="1686474" cy="11705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2D31942A-77E8-2DFE-3470-D55F91DE9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771" y="4706461"/>
              <a:ext cx="944979" cy="112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F052191F-76DE-B5F2-980B-DB5F25DCD2E9}"/>
                </a:ext>
              </a:extLst>
            </p:cNvPr>
            <p:cNvSpPr/>
            <p:nvPr/>
          </p:nvSpPr>
          <p:spPr>
            <a:xfrm>
              <a:off x="7231093" y="3305885"/>
              <a:ext cx="4174454" cy="410986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77239189-555E-41BB-8C02-71D772B75847}"/>
                </a:ext>
              </a:extLst>
            </p:cNvPr>
            <p:cNvSpPr txBox="1"/>
            <p:nvPr/>
          </p:nvSpPr>
          <p:spPr>
            <a:xfrm>
              <a:off x="6561862" y="2090795"/>
              <a:ext cx="555850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Frequency Response Informed</a:t>
              </a:r>
            </a:p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RNN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95D09842-E20D-4477-BFD2-68EA757D25C9}"/>
              </a:ext>
            </a:extLst>
          </p:cNvPr>
          <p:cNvGrpSpPr/>
          <p:nvPr/>
        </p:nvGrpSpPr>
        <p:grpSpPr>
          <a:xfrm>
            <a:off x="26276454" y="-7952835"/>
            <a:ext cx="8588184" cy="4032913"/>
            <a:chOff x="2467489" y="8411665"/>
            <a:chExt cx="8259383" cy="4170965"/>
          </a:xfrm>
        </p:grpSpPr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E362ED12-47A0-464C-B9E9-A5727453B81F}"/>
                </a:ext>
              </a:extLst>
            </p:cNvPr>
            <p:cNvCxnSpPr>
              <a:cxnSpLocks/>
              <a:stCxn id="31" idx="3"/>
              <a:endCxn id="45" idx="1"/>
            </p:cNvCxnSpPr>
            <p:nvPr/>
          </p:nvCxnSpPr>
          <p:spPr>
            <a:xfrm flipV="1">
              <a:off x="5793785" y="10730301"/>
              <a:ext cx="713940" cy="3497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F2D30F7-0EA6-06BD-FB9D-B2425FEC82AF}"/>
                </a:ext>
              </a:extLst>
            </p:cNvPr>
            <p:cNvSpPr txBox="1"/>
            <p:nvPr/>
          </p:nvSpPr>
          <p:spPr>
            <a:xfrm>
              <a:off x="4574750" y="11493060"/>
              <a:ext cx="177658" cy="477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89A8C68-D111-4271-E29A-F7ACA3F2030C}"/>
                </a:ext>
              </a:extLst>
            </p:cNvPr>
            <p:cNvSpPr/>
            <p:nvPr/>
          </p:nvSpPr>
          <p:spPr>
            <a:xfrm>
              <a:off x="3328123" y="9969609"/>
              <a:ext cx="2465662" cy="159133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6C3BE9F-FDA8-EA88-5EBF-9E4E2697A0EE}"/>
                </a:ext>
              </a:extLst>
            </p:cNvPr>
            <p:cNvSpPr/>
            <p:nvPr/>
          </p:nvSpPr>
          <p:spPr>
            <a:xfrm>
              <a:off x="3514132" y="10162689"/>
              <a:ext cx="2217241" cy="1205171"/>
            </a:xfrm>
            <a:custGeom>
              <a:avLst/>
              <a:gdLst>
                <a:gd name="connsiteX0" fmla="*/ 0 w 2026920"/>
                <a:gd name="connsiteY0" fmla="*/ 899160 h 1181100"/>
                <a:gd name="connsiteX1" fmla="*/ 320040 w 2026920"/>
                <a:gd name="connsiteY1" fmla="*/ 1112520 h 1181100"/>
                <a:gd name="connsiteX2" fmla="*/ 746760 w 2026920"/>
                <a:gd name="connsiteY2" fmla="*/ 1181100 h 1181100"/>
                <a:gd name="connsiteX3" fmla="*/ 1219200 w 2026920"/>
                <a:gd name="connsiteY3" fmla="*/ 998220 h 1181100"/>
                <a:gd name="connsiteX4" fmla="*/ 1546860 w 2026920"/>
                <a:gd name="connsiteY4" fmla="*/ 480060 h 1181100"/>
                <a:gd name="connsiteX5" fmla="*/ 2026920 w 2026920"/>
                <a:gd name="connsiteY5" fmla="*/ 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920" h="1181100">
                  <a:moveTo>
                    <a:pt x="0" y="899160"/>
                  </a:moveTo>
                  <a:lnTo>
                    <a:pt x="320040" y="1112520"/>
                  </a:lnTo>
                  <a:lnTo>
                    <a:pt x="746760" y="1181100"/>
                  </a:lnTo>
                  <a:lnTo>
                    <a:pt x="1219200" y="998220"/>
                  </a:lnTo>
                  <a:lnTo>
                    <a:pt x="1546860" y="480060"/>
                  </a:lnTo>
                  <a:lnTo>
                    <a:pt x="20269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45" name="流程图: 终止 44">
              <a:extLst>
                <a:ext uri="{FF2B5EF4-FFF2-40B4-BE49-F238E27FC236}">
                  <a16:creationId xmlns:a16="http://schemas.microsoft.com/office/drawing/2014/main" id="{8A1BC523-94A2-41A2-951D-533009A6972E}"/>
                </a:ext>
              </a:extLst>
            </p:cNvPr>
            <p:cNvSpPr/>
            <p:nvPr/>
          </p:nvSpPr>
          <p:spPr>
            <a:xfrm>
              <a:off x="6507725" y="9891833"/>
              <a:ext cx="3670401" cy="1676936"/>
            </a:xfrm>
            <a:prstGeom prst="flowChartTerminator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28DF2208-F569-49D7-AF5B-9AFE3155E351}"/>
                </a:ext>
              </a:extLst>
            </p:cNvPr>
            <p:cNvSpPr txBox="1"/>
            <p:nvPr/>
          </p:nvSpPr>
          <p:spPr>
            <a:xfrm>
              <a:off x="2467489" y="8411665"/>
              <a:ext cx="8259383" cy="6047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3200" b="1" dirty="0"/>
                <a:t>Physics-Informed Kolmogorov-Arnold Network</a:t>
              </a:r>
              <a:endParaRPr lang="zh-CN" altLang="en-US" sz="3200" b="1" dirty="0"/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C5D5CAC2-9CF6-421A-A5CF-B113AE0141FF}"/>
                </a:ext>
              </a:extLst>
            </p:cNvPr>
            <p:cNvSpPr/>
            <p:nvPr/>
          </p:nvSpPr>
          <p:spPr>
            <a:xfrm>
              <a:off x="2725312" y="9054528"/>
              <a:ext cx="7739417" cy="3528102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5B4E46E1-D916-436B-8E0E-63D890EFC9A8}"/>
                </a:ext>
              </a:extLst>
            </p:cNvPr>
            <p:cNvSpPr/>
            <p:nvPr/>
          </p:nvSpPr>
          <p:spPr>
            <a:xfrm>
              <a:off x="3015530" y="9210120"/>
              <a:ext cx="3052201" cy="314896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58D18D3-E5AF-4E3F-9002-E37CFF7C76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41334" y="10228290"/>
              <a:ext cx="2513072" cy="453878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93E662F-EA90-47BF-A37C-FD16BB27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7007" y="11015498"/>
              <a:ext cx="792512" cy="307385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  <p:pic>
          <p:nvPicPr>
            <p:cNvPr id="171" name="图片 170">
              <a:extLst>
                <a:ext uri="{FF2B5EF4-FFF2-40B4-BE49-F238E27FC236}">
                  <a16:creationId xmlns:a16="http://schemas.microsoft.com/office/drawing/2014/main" id="{37EE346D-C0B7-4848-AA41-C10ACEBDBE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22395" y="10983762"/>
              <a:ext cx="1456082" cy="381897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</p:grpSp>
      <p:grpSp>
        <p:nvGrpSpPr>
          <p:cNvPr id="419" name="组合 418">
            <a:extLst>
              <a:ext uri="{FF2B5EF4-FFF2-40B4-BE49-F238E27FC236}">
                <a16:creationId xmlns:a16="http://schemas.microsoft.com/office/drawing/2014/main" id="{8D152A09-7EBD-4225-84B5-83D54BF90CF5}"/>
              </a:ext>
            </a:extLst>
          </p:cNvPr>
          <p:cNvGrpSpPr/>
          <p:nvPr/>
        </p:nvGrpSpPr>
        <p:grpSpPr>
          <a:xfrm>
            <a:off x="12685409" y="-7462808"/>
            <a:ext cx="8510891" cy="7686301"/>
            <a:chOff x="17628967" y="1768097"/>
            <a:chExt cx="8510889" cy="7686302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D49FF0EC-5765-BD82-57D9-476FE047E6F6}"/>
                </a:ext>
              </a:extLst>
            </p:cNvPr>
            <p:cNvCxnSpPr>
              <a:cxnSpLocks/>
              <a:stCxn id="316" idx="1"/>
              <a:endCxn id="130" idx="0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883CF980-28A7-1BD3-A2D1-3E6D38EAEEA3}"/>
                </a:ext>
              </a:extLst>
            </p:cNvPr>
            <p:cNvCxnSpPr>
              <a:cxnSpLocks/>
              <a:stCxn id="134" idx="4"/>
              <a:endCxn id="343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6B47FB6-C982-DB64-6088-2CE54799A2B0}"/>
                </a:ext>
              </a:extLst>
            </p:cNvPr>
            <p:cNvCxnSpPr>
              <a:cxnSpLocks/>
              <a:stCxn id="346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CC7D2664-E00A-8D82-E6EC-755BC57C4661}"/>
                    </a:ext>
                  </a:extLst>
                </p:cNvPr>
                <p:cNvSpPr txBox="1"/>
                <p:nvPr/>
              </p:nvSpPr>
              <p:spPr>
                <a:xfrm rot="5400000">
                  <a:off x="19686369" y="5760812"/>
                  <a:ext cx="9389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CC7D2664-E00A-8D82-E6EC-755BC57C4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69" y="5760812"/>
                  <a:ext cx="938926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F3B2617-4DB1-A52A-41E0-B6E229A7D7AF}"/>
                </a:ext>
              </a:extLst>
            </p:cNvPr>
            <p:cNvCxnSpPr>
              <a:cxnSpLocks/>
              <a:stCxn id="134" idx="4"/>
              <a:endCxn id="322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D2E4C18-E223-3999-3B52-219619DE2676}"/>
                </a:ext>
              </a:extLst>
            </p:cNvPr>
            <p:cNvCxnSpPr>
              <a:cxnSpLocks/>
              <a:stCxn id="339" idx="3"/>
              <a:endCxn id="310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463A49A3-4684-282A-1177-D2417B5427A7}"/>
                </a:ext>
              </a:extLst>
            </p:cNvPr>
            <p:cNvCxnSpPr>
              <a:cxnSpLocks/>
              <a:stCxn id="310" idx="1"/>
              <a:endCxn id="130" idx="0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DD6A07C5-7C89-C01C-573E-1A9729623B67}"/>
                </a:ext>
              </a:extLst>
            </p:cNvPr>
            <p:cNvCxnSpPr>
              <a:cxnSpLocks/>
              <a:stCxn id="314" idx="1"/>
              <a:endCxn id="130" idx="0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CBCEF93C-8D8B-11F4-D2BC-7EBACED9EC17}"/>
                </a:ext>
              </a:extLst>
            </p:cNvPr>
            <p:cNvCxnSpPr>
              <a:cxnSpLocks/>
              <a:stCxn id="134" idx="4"/>
              <a:endCxn id="336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39B3469B-B573-F927-C8E2-9D5F1EDFC734}"/>
                </a:ext>
              </a:extLst>
            </p:cNvPr>
            <p:cNvCxnSpPr>
              <a:cxnSpLocks/>
              <a:stCxn id="326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89960AB-6C77-7434-2AEA-7FC963D993EE}"/>
                    </a:ext>
                  </a:extLst>
                </p:cNvPr>
                <p:cNvSpPr txBox="1"/>
                <p:nvPr/>
              </p:nvSpPr>
              <p:spPr>
                <a:xfrm>
                  <a:off x="19846243" y="5202571"/>
                  <a:ext cx="8467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89960AB-6C77-7434-2AEA-7FC963D99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6243" y="5202571"/>
                  <a:ext cx="846746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A924FAEB-3786-F922-E0EE-23497E003A25}"/>
                    </a:ext>
                  </a:extLst>
                </p:cNvPr>
                <p:cNvSpPr txBox="1"/>
                <p:nvPr/>
              </p:nvSpPr>
              <p:spPr>
                <a:xfrm>
                  <a:off x="20030137" y="7507392"/>
                  <a:ext cx="8498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A924FAEB-3786-F922-E0EE-23497E003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137" y="7507392"/>
                  <a:ext cx="849848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223A899-B501-2DBE-26B9-5C120E83CEFD}"/>
                    </a:ext>
                  </a:extLst>
                </p:cNvPr>
                <p:cNvSpPr txBox="1"/>
                <p:nvPr/>
              </p:nvSpPr>
              <p:spPr>
                <a:xfrm>
                  <a:off x="20127232" y="8992734"/>
                  <a:ext cx="5516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223A899-B501-2DBE-26B9-5C120E83C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7232" y="8992734"/>
                  <a:ext cx="551689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AC816A7-2837-97A0-D329-FAE875622AB3}"/>
                    </a:ext>
                  </a:extLst>
                </p:cNvPr>
                <p:cNvSpPr txBox="1"/>
                <p:nvPr/>
              </p:nvSpPr>
              <p:spPr>
                <a:xfrm rot="5400000">
                  <a:off x="20935019" y="5739032"/>
                  <a:ext cx="91917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AC816A7-2837-97A0-D329-FAE875622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9" y="5739032"/>
                  <a:ext cx="919174" cy="5847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/>
                <p:nvPr/>
              </p:nvSpPr>
              <p:spPr>
                <a:xfrm rot="153615">
                  <a:off x="17660792" y="5886463"/>
                  <a:ext cx="87280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60792" y="5886463"/>
                  <a:ext cx="872803" cy="70788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094EFC75-340D-D54F-95B9-28BB0B7D404B}"/>
                </a:ext>
              </a:extLst>
            </p:cNvPr>
            <p:cNvSpPr/>
            <p:nvPr/>
          </p:nvSpPr>
          <p:spPr>
            <a:xfrm rot="5400000">
              <a:off x="18216574" y="5721590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9EF9E231-B6F3-D479-50D9-0ADA8AA21065}"/>
                </a:ext>
              </a:extLst>
            </p:cNvPr>
            <p:cNvCxnSpPr>
              <a:cxnSpLocks/>
              <a:stCxn id="165" idx="1"/>
              <a:endCxn id="130" idx="0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/>
                <p:nvPr/>
              </p:nvSpPr>
              <p:spPr>
                <a:xfrm>
                  <a:off x="25257435" y="5792883"/>
                  <a:ext cx="88242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7435" y="5792883"/>
                  <a:ext cx="882421" cy="70788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5432C79B-DD1E-4F66-7069-7DE66FCCC00B}"/>
                </a:ext>
              </a:extLst>
            </p:cNvPr>
            <p:cNvSpPr/>
            <p:nvPr/>
          </p:nvSpPr>
          <p:spPr>
            <a:xfrm rot="5400000">
              <a:off x="25424246" y="5732084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3721ED2C-1158-95F7-5157-E9FB921E7CA5}"/>
                </a:ext>
              </a:extLst>
            </p:cNvPr>
            <p:cNvCxnSpPr>
              <a:cxnSpLocks/>
              <a:stCxn id="134" idx="4"/>
              <a:endCxn id="333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6BF168D1-7E3F-29CA-FBFF-1E0A9769664A}"/>
                </a:ext>
              </a:extLst>
            </p:cNvPr>
            <p:cNvCxnSpPr>
              <a:cxnSpLocks/>
              <a:stCxn id="309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/>
                <p:nvPr/>
              </p:nvSpPr>
              <p:spPr>
                <a:xfrm>
                  <a:off x="20005977" y="3492279"/>
                  <a:ext cx="6029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5977" y="3492279"/>
                  <a:ext cx="602986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5" name="图片 164">
              <a:extLst>
                <a:ext uri="{FF2B5EF4-FFF2-40B4-BE49-F238E27FC236}">
                  <a16:creationId xmlns:a16="http://schemas.microsoft.com/office/drawing/2014/main" id="{38B7CC38-E905-483A-906C-0202DCF4BB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E965296-2FD5-B65E-F42E-E0683FAA06B8}"/>
                </a:ext>
              </a:extLst>
            </p:cNvPr>
            <p:cNvSpPr/>
            <p:nvPr/>
          </p:nvSpPr>
          <p:spPr>
            <a:xfrm rot="5400000">
              <a:off x="22621403" y="2642793"/>
              <a:ext cx="1286695" cy="131824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4C3C303-67FE-4F7D-A0C2-E9483D0599F4}"/>
                </a:ext>
              </a:extLst>
            </p:cNvPr>
            <p:cNvSpPr/>
            <p:nvPr/>
          </p:nvSpPr>
          <p:spPr>
            <a:xfrm rot="5400000">
              <a:off x="18338803" y="1729177"/>
              <a:ext cx="6995324" cy="8414996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927587F4-4F83-4FF1-8AFF-969AE21A5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0475535E-01BF-4FFB-A3E9-FFF878F979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29E4D5CD-A44E-42E2-A9DD-7B8079D7EC4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8EC613B8-B58F-42FB-80FA-01CF320F1D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A6F8D6E0-AA08-4CEC-9C6E-DE2ABB73160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60D61448-2845-4B99-A777-A8CC4439C04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EC8D87C8-3E6D-4DD0-8F34-5145CC3728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C7C051B5-CB4F-4D6A-84EE-026FD3C34C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75DDBF74-642E-41CB-B2A4-23CAEE12EF2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778339CF-360A-4BC2-B9E8-7CF2FE69337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FA3EA04B-8BA6-4CDF-8CFF-E39886C6D90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D808738F-2513-4B87-9873-783CD62621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C344C8FC-37E3-4AA7-A43D-D03DAE3366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106FF5BC-3F13-46E5-9923-5061FD41FB1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E0AD4771-1DC7-448A-996D-48EB963EDFD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BDFA97C4-2BAB-4A63-8F03-2A8B0E1796B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6E4B42AD-D118-4D1B-B306-E90CEA347C13}"/>
                </a:ext>
              </a:extLst>
            </p:cNvPr>
            <p:cNvSpPr txBox="1"/>
            <p:nvPr/>
          </p:nvSpPr>
          <p:spPr>
            <a:xfrm>
              <a:off x="20741544" y="1768097"/>
              <a:ext cx="2207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FRIKAN</a:t>
              </a:r>
              <a:endPara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10" name="图片 309">
              <a:extLst>
                <a:ext uri="{FF2B5EF4-FFF2-40B4-BE49-F238E27FC236}">
                  <a16:creationId xmlns:a16="http://schemas.microsoft.com/office/drawing/2014/main" id="{B892C84A-2802-4B91-B272-449A23730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314" name="图片 313">
              <a:extLst>
                <a:ext uri="{FF2B5EF4-FFF2-40B4-BE49-F238E27FC236}">
                  <a16:creationId xmlns:a16="http://schemas.microsoft.com/office/drawing/2014/main" id="{843BCB4D-322D-4B3E-9373-89FE30E18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316" name="图片 315">
              <a:extLst>
                <a:ext uri="{FF2B5EF4-FFF2-40B4-BE49-F238E27FC236}">
                  <a16:creationId xmlns:a16="http://schemas.microsoft.com/office/drawing/2014/main" id="{6C626784-2FB2-408A-A1D2-1F6CDF830C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7D8A96D3-0C1B-411C-B14D-13E5463EC6C7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682243"/>
              <a:chOff x="6482708" y="4229599"/>
              <a:chExt cx="851277" cy="682243"/>
            </a:xfrm>
          </p:grpSpPr>
          <p:pic>
            <p:nvPicPr>
              <p:cNvPr id="309" name="图片 308">
                <a:extLst>
                  <a:ext uri="{FF2B5EF4-FFF2-40B4-BE49-F238E27FC236}">
                    <a16:creationId xmlns:a16="http://schemas.microsoft.com/office/drawing/2014/main" id="{E30BD8C1-9BC8-4F23-A2FB-E715D502C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8" name="文本框 317">
                    <a:extLst>
                      <a:ext uri="{FF2B5EF4-FFF2-40B4-BE49-F238E27FC236}">
                        <a16:creationId xmlns:a16="http://schemas.microsoft.com/office/drawing/2014/main" id="{C2ABC403-53D7-43BD-B196-243314B5B32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8" name="文本框 317">
                    <a:extLst>
                      <a:ext uri="{FF2B5EF4-FFF2-40B4-BE49-F238E27FC236}">
                        <a16:creationId xmlns:a16="http://schemas.microsoft.com/office/drawing/2014/main" id="{C2ABC403-53D7-43BD-B196-243314B5B3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22" name="图片 321">
              <a:extLst>
                <a:ext uri="{FF2B5EF4-FFF2-40B4-BE49-F238E27FC236}">
                  <a16:creationId xmlns:a16="http://schemas.microsoft.com/office/drawing/2014/main" id="{20C53914-944B-4D0F-80C4-ADC9F8AD4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70C63D04-7781-4879-B8AF-38CD2F3A57B7}"/>
                    </a:ext>
                  </a:extLst>
                </p:cNvPr>
                <p:cNvSpPr txBox="1"/>
                <p:nvPr/>
              </p:nvSpPr>
              <p:spPr>
                <a:xfrm flipH="1">
                  <a:off x="23271606" y="4726549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70C63D04-7781-4879-B8AF-38CD2F3A5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6" y="4726549"/>
                  <a:ext cx="540215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5" name="组合 324">
              <a:extLst>
                <a:ext uri="{FF2B5EF4-FFF2-40B4-BE49-F238E27FC236}">
                  <a16:creationId xmlns:a16="http://schemas.microsoft.com/office/drawing/2014/main" id="{84E0F0E9-BE23-4978-A2D9-6423538A1373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682243"/>
              <a:chOff x="6482708" y="4229599"/>
              <a:chExt cx="851277" cy="682243"/>
            </a:xfrm>
          </p:grpSpPr>
          <p:pic>
            <p:nvPicPr>
              <p:cNvPr id="326" name="图片 325">
                <a:extLst>
                  <a:ext uri="{FF2B5EF4-FFF2-40B4-BE49-F238E27FC236}">
                    <a16:creationId xmlns:a16="http://schemas.microsoft.com/office/drawing/2014/main" id="{57779D58-FFC0-49BD-B56D-6DC0FC012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4F187BE5-EB14-41CD-9763-1F3086D2908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4F187BE5-EB14-41CD-9763-1F3086D290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33" name="图片 332">
              <a:extLst>
                <a:ext uri="{FF2B5EF4-FFF2-40B4-BE49-F238E27FC236}">
                  <a16:creationId xmlns:a16="http://schemas.microsoft.com/office/drawing/2014/main" id="{9473514F-FAE9-4CB2-9281-6DA303179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文本框 333">
                  <a:extLst>
                    <a:ext uri="{FF2B5EF4-FFF2-40B4-BE49-F238E27FC236}">
                      <a16:creationId xmlns:a16="http://schemas.microsoft.com/office/drawing/2014/main" id="{0DF49124-8AB2-47BC-B3B8-73244C37BF78}"/>
                    </a:ext>
                  </a:extLst>
                </p:cNvPr>
                <p:cNvSpPr txBox="1"/>
                <p:nvPr/>
              </p:nvSpPr>
              <p:spPr>
                <a:xfrm flipH="1">
                  <a:off x="23238562" y="3140011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4" name="文本框 333">
                  <a:extLst>
                    <a:ext uri="{FF2B5EF4-FFF2-40B4-BE49-F238E27FC236}">
                      <a16:creationId xmlns:a16="http://schemas.microsoft.com/office/drawing/2014/main" id="{0DF49124-8AB2-47BC-B3B8-73244C37B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2" y="3140011"/>
                  <a:ext cx="540215" cy="461665"/>
                </a:xfrm>
                <a:prstGeom prst="rect">
                  <a:avLst/>
                </a:prstGeom>
                <a:blipFill>
                  <a:blip r:embed="rId31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6" name="图片 335">
              <a:extLst>
                <a:ext uri="{FF2B5EF4-FFF2-40B4-BE49-F238E27FC236}">
                  <a16:creationId xmlns:a16="http://schemas.microsoft.com/office/drawing/2014/main" id="{DFB7350D-15AB-4052-9F5A-8CEBDD84C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7" name="文本框 336">
                  <a:extLst>
                    <a:ext uri="{FF2B5EF4-FFF2-40B4-BE49-F238E27FC236}">
                      <a16:creationId xmlns:a16="http://schemas.microsoft.com/office/drawing/2014/main" id="{54B6E5DA-3FE1-4DB2-B3C0-E11ED150F470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7" name="文本框 336">
                  <a:extLst>
                    <a:ext uri="{FF2B5EF4-FFF2-40B4-BE49-F238E27FC236}">
                      <a16:creationId xmlns:a16="http://schemas.microsoft.com/office/drawing/2014/main" id="{54B6E5DA-3FE1-4DB2-B3C0-E11ED150F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5" cy="461665"/>
                </a:xfrm>
                <a:prstGeom prst="rect">
                  <a:avLst/>
                </a:prstGeom>
                <a:blipFill>
                  <a:blip r:embed="rId32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ADE22B71-FBC0-4047-A795-AF7D7DB70065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682243"/>
              <a:chOff x="6482708" y="4229599"/>
              <a:chExt cx="851277" cy="682243"/>
            </a:xfrm>
          </p:grpSpPr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54441767-FABD-40C6-ADC0-0C8C317A0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0" name="文本框 339">
                    <a:extLst>
                      <a:ext uri="{FF2B5EF4-FFF2-40B4-BE49-F238E27FC236}">
                        <a16:creationId xmlns:a16="http://schemas.microsoft.com/office/drawing/2014/main" id="{4625E598-8781-4447-AD91-D596196588B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0" name="文本框 339">
                    <a:extLst>
                      <a:ext uri="{FF2B5EF4-FFF2-40B4-BE49-F238E27FC236}">
                        <a16:creationId xmlns:a16="http://schemas.microsoft.com/office/drawing/2014/main" id="{4625E598-8781-4447-AD91-D596196588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43" name="图片 342">
              <a:extLst>
                <a:ext uri="{FF2B5EF4-FFF2-40B4-BE49-F238E27FC236}">
                  <a16:creationId xmlns:a16="http://schemas.microsoft.com/office/drawing/2014/main" id="{B818085F-1418-471F-B801-47FFC9D03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68AB7AD-FF7E-4B6E-9D49-C243EC26A3E7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68AB7AD-FF7E-4B6E-9D49-C243EC26A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5" cy="461665"/>
                </a:xfrm>
                <a:prstGeom prst="rect">
                  <a:avLst/>
                </a:prstGeom>
                <a:blipFill>
                  <a:blip r:embed="rId34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6796F29D-BF8F-4B17-8893-E8F07D3F992F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682243"/>
              <a:chOff x="6482708" y="4229599"/>
              <a:chExt cx="851277" cy="682243"/>
            </a:xfrm>
          </p:grpSpPr>
          <p:pic>
            <p:nvPicPr>
              <p:cNvPr id="346" name="图片 345">
                <a:extLst>
                  <a:ext uri="{FF2B5EF4-FFF2-40B4-BE49-F238E27FC236}">
                    <a16:creationId xmlns:a16="http://schemas.microsoft.com/office/drawing/2014/main" id="{269BD848-5459-4CF1-9F46-180D6C114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0673A5D1-AA52-4F7B-9CB0-8736DE3EA01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0673A5D1-AA52-4F7B-9CB0-8736DE3EA0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20" name="弧形 419">
            <a:extLst>
              <a:ext uri="{FF2B5EF4-FFF2-40B4-BE49-F238E27FC236}">
                <a16:creationId xmlns:a16="http://schemas.microsoft.com/office/drawing/2014/main" id="{B4FA40F7-38FC-4C00-B518-917178696FF5}"/>
              </a:ext>
            </a:extLst>
          </p:cNvPr>
          <p:cNvSpPr/>
          <p:nvPr/>
        </p:nvSpPr>
        <p:spPr>
          <a:xfrm rot="21360324" flipH="1">
            <a:off x="10729750" y="-4401279"/>
            <a:ext cx="8665341" cy="7594355"/>
          </a:xfrm>
          <a:prstGeom prst="arc">
            <a:avLst>
              <a:gd name="adj1" fmla="val 16652143"/>
              <a:gd name="adj2" fmla="val 5601864"/>
            </a:avLst>
          </a:prstGeom>
          <a:ln w="25400">
            <a:solidFill>
              <a:schemeClr val="accent1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n>
                <a:solidFill>
                  <a:srgbClr val="2E75B6"/>
                </a:solidFill>
              </a:ln>
            </a:endParaRPr>
          </a:p>
        </p:txBody>
      </p:sp>
      <p:sp>
        <p:nvSpPr>
          <p:cNvPr id="421" name="弧形 420">
            <a:extLst>
              <a:ext uri="{FF2B5EF4-FFF2-40B4-BE49-F238E27FC236}">
                <a16:creationId xmlns:a16="http://schemas.microsoft.com/office/drawing/2014/main" id="{EFE740C9-944C-4613-AA50-5725F87E3A52}"/>
              </a:ext>
            </a:extLst>
          </p:cNvPr>
          <p:cNvSpPr/>
          <p:nvPr/>
        </p:nvSpPr>
        <p:spPr>
          <a:xfrm rot="21360324" flipH="1">
            <a:off x="10585970" y="-1971080"/>
            <a:ext cx="8782499" cy="5404438"/>
          </a:xfrm>
          <a:prstGeom prst="arc">
            <a:avLst>
              <a:gd name="adj1" fmla="val 16532118"/>
              <a:gd name="adj2" fmla="val 5606322"/>
            </a:avLst>
          </a:prstGeom>
          <a:ln w="2540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2D900EFE-9883-42BD-AE12-EF1DF0F20B0D}"/>
              </a:ext>
            </a:extLst>
          </p:cNvPr>
          <p:cNvSpPr/>
          <p:nvPr/>
        </p:nvSpPr>
        <p:spPr>
          <a:xfrm rot="5400000">
            <a:off x="14313678" y="-6656567"/>
            <a:ext cx="1470272" cy="1471037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428" name="直接箭头连接符 427">
            <a:extLst>
              <a:ext uri="{FF2B5EF4-FFF2-40B4-BE49-F238E27FC236}">
                <a16:creationId xmlns:a16="http://schemas.microsoft.com/office/drawing/2014/main" id="{2F5CD5C4-9329-4E1F-B11C-D04B5D257C9F}"/>
              </a:ext>
            </a:extLst>
          </p:cNvPr>
          <p:cNvCxnSpPr>
            <a:cxnSpLocks/>
            <a:stCxn id="422" idx="4"/>
            <a:endCxn id="139" idx="6"/>
          </p:cNvCxnSpPr>
          <p:nvPr/>
        </p:nvCxnSpPr>
        <p:spPr>
          <a:xfrm flipH="1">
            <a:off x="7393816" y="-5921049"/>
            <a:ext cx="6919483" cy="18347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组合 430">
            <a:extLst>
              <a:ext uri="{FF2B5EF4-FFF2-40B4-BE49-F238E27FC236}">
                <a16:creationId xmlns:a16="http://schemas.microsoft.com/office/drawing/2014/main" id="{23B13C42-F910-47FB-9A61-E6D86D048495}"/>
              </a:ext>
            </a:extLst>
          </p:cNvPr>
          <p:cNvGrpSpPr/>
          <p:nvPr/>
        </p:nvGrpSpPr>
        <p:grpSpPr>
          <a:xfrm>
            <a:off x="22420755" y="-6228027"/>
            <a:ext cx="3664861" cy="5010235"/>
            <a:chOff x="31049400" y="2720291"/>
            <a:chExt cx="4142278" cy="2201924"/>
          </a:xfrm>
        </p:grpSpPr>
        <p:pic>
          <p:nvPicPr>
            <p:cNvPr id="432" name="图片 431">
              <a:extLst>
                <a:ext uri="{FF2B5EF4-FFF2-40B4-BE49-F238E27FC236}">
                  <a16:creationId xmlns:a16="http://schemas.microsoft.com/office/drawing/2014/main" id="{3E2DCF5A-0D27-4629-A7D0-7DDCF389A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3" name="图片 432">
              <a:extLst>
                <a:ext uri="{FF2B5EF4-FFF2-40B4-BE49-F238E27FC236}">
                  <a16:creationId xmlns:a16="http://schemas.microsoft.com/office/drawing/2014/main" id="{EB56EBC5-97F9-4B66-BD3C-F552F5062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4" name="图片 433">
              <a:extLst>
                <a:ext uri="{FF2B5EF4-FFF2-40B4-BE49-F238E27FC236}">
                  <a16:creationId xmlns:a16="http://schemas.microsoft.com/office/drawing/2014/main" id="{FBEAB9D3-1D58-4B89-A13C-AA582C25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17" name="矩形 516">
            <a:extLst>
              <a:ext uri="{FF2B5EF4-FFF2-40B4-BE49-F238E27FC236}">
                <a16:creationId xmlns:a16="http://schemas.microsoft.com/office/drawing/2014/main" id="{06F3B6A8-FEAB-4B5F-80D6-8BE9A1834E72}"/>
              </a:ext>
            </a:extLst>
          </p:cNvPr>
          <p:cNvSpPr/>
          <p:nvPr/>
        </p:nvSpPr>
        <p:spPr>
          <a:xfrm rot="5400000">
            <a:off x="14826286" y="4758491"/>
            <a:ext cx="3479203" cy="4180193"/>
          </a:xfrm>
          <a:prstGeom prst="rect">
            <a:avLst/>
          </a:prstGeom>
          <a:noFill/>
          <a:ln w="60325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7" name="连接符: 肘形 526">
            <a:extLst>
              <a:ext uri="{FF2B5EF4-FFF2-40B4-BE49-F238E27FC236}">
                <a16:creationId xmlns:a16="http://schemas.microsoft.com/office/drawing/2014/main" id="{A6E4B0E7-B60C-47DF-9E19-9D63B39361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27730" y="-4615452"/>
            <a:ext cx="2284855" cy="4689602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连接符: 肘形 527">
            <a:extLst>
              <a:ext uri="{FF2B5EF4-FFF2-40B4-BE49-F238E27FC236}">
                <a16:creationId xmlns:a16="http://schemas.microsoft.com/office/drawing/2014/main" id="{76251C6E-69E0-49D5-8602-767E00CF58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3778" y="1788022"/>
            <a:ext cx="3003616" cy="695528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连接符: 肘形 541">
            <a:extLst>
              <a:ext uri="{FF2B5EF4-FFF2-40B4-BE49-F238E27FC236}">
                <a16:creationId xmlns:a16="http://schemas.microsoft.com/office/drawing/2014/main" id="{7198D49A-7C44-470C-A2C8-25B9A96F727E}"/>
              </a:ext>
            </a:extLst>
          </p:cNvPr>
          <p:cNvCxnSpPr>
            <a:cxnSpLocks/>
            <a:stCxn id="38" idx="3"/>
            <a:endCxn id="552" idx="2"/>
          </p:cNvCxnSpPr>
          <p:nvPr/>
        </p:nvCxnSpPr>
        <p:spPr>
          <a:xfrm flipV="1">
            <a:off x="26194756" y="2178658"/>
            <a:ext cx="4241486" cy="4632465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连接符: 肘形 543">
            <a:extLst>
              <a:ext uri="{FF2B5EF4-FFF2-40B4-BE49-F238E27FC236}">
                <a16:creationId xmlns:a16="http://schemas.microsoft.com/office/drawing/2014/main" id="{6484BECE-AD87-48A5-839B-2E8EB061DD93}"/>
              </a:ext>
            </a:extLst>
          </p:cNvPr>
          <p:cNvCxnSpPr>
            <a:cxnSpLocks/>
            <a:endCxn id="552" idx="0"/>
          </p:cNvCxnSpPr>
          <p:nvPr/>
        </p:nvCxnSpPr>
        <p:spPr>
          <a:xfrm rot="16200000" flipH="1">
            <a:off x="26145141" y="-3359669"/>
            <a:ext cx="4344504" cy="4237682"/>
          </a:xfrm>
          <a:prstGeom prst="bentConnector3">
            <a:avLst>
              <a:gd name="adj1" fmla="val 389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流程图: 终止 551">
            <a:extLst>
              <a:ext uri="{FF2B5EF4-FFF2-40B4-BE49-F238E27FC236}">
                <a16:creationId xmlns:a16="http://schemas.microsoft.com/office/drawing/2014/main" id="{ABE69917-A220-45FE-8287-E2ED93C48839}"/>
              </a:ext>
            </a:extLst>
          </p:cNvPr>
          <p:cNvSpPr/>
          <p:nvPr/>
        </p:nvSpPr>
        <p:spPr>
          <a:xfrm>
            <a:off x="29225021" y="931421"/>
            <a:ext cx="2422431" cy="1247233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" name="文本框 552">
            <a:extLst>
              <a:ext uri="{FF2B5EF4-FFF2-40B4-BE49-F238E27FC236}">
                <a16:creationId xmlns:a16="http://schemas.microsoft.com/office/drawing/2014/main" id="{6377DD38-6839-4C59-808E-8928A828E88C}"/>
              </a:ext>
            </a:extLst>
          </p:cNvPr>
          <p:cNvSpPr txBox="1"/>
          <p:nvPr/>
        </p:nvSpPr>
        <p:spPr>
          <a:xfrm>
            <a:off x="29717416" y="-302224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2800" b="1" dirty="0"/>
          </a:p>
        </p:txBody>
      </p:sp>
      <p:cxnSp>
        <p:nvCxnSpPr>
          <p:cNvPr id="573" name="直接箭头连接符 572">
            <a:extLst>
              <a:ext uri="{FF2B5EF4-FFF2-40B4-BE49-F238E27FC236}">
                <a16:creationId xmlns:a16="http://schemas.microsoft.com/office/drawing/2014/main" id="{6BDA069D-7859-4F3D-A9BB-C53093682A28}"/>
              </a:ext>
            </a:extLst>
          </p:cNvPr>
          <p:cNvCxnSpPr>
            <a:cxnSpLocks/>
          </p:cNvCxnSpPr>
          <p:nvPr/>
        </p:nvCxnSpPr>
        <p:spPr>
          <a:xfrm flipV="1">
            <a:off x="18029809" y="6746952"/>
            <a:ext cx="4529897" cy="36556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>
            <a:extLst>
              <a:ext uri="{FF2B5EF4-FFF2-40B4-BE49-F238E27FC236}">
                <a16:creationId xmlns:a16="http://schemas.microsoft.com/office/drawing/2014/main" id="{6BA13A37-FC6E-4C78-9826-BE58A1A53CD2}"/>
              </a:ext>
            </a:extLst>
          </p:cNvPr>
          <p:cNvCxnSpPr>
            <a:cxnSpLocks/>
            <a:stCxn id="552" idx="3"/>
          </p:cNvCxnSpPr>
          <p:nvPr/>
        </p:nvCxnSpPr>
        <p:spPr>
          <a:xfrm flipH="1" flipV="1">
            <a:off x="21132010" y="-453013"/>
            <a:ext cx="10515438" cy="2008053"/>
          </a:xfrm>
          <a:prstGeom prst="bentConnector3">
            <a:avLst>
              <a:gd name="adj1" fmla="val -983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文本框 585">
            <a:extLst>
              <a:ext uri="{FF2B5EF4-FFF2-40B4-BE49-F238E27FC236}">
                <a16:creationId xmlns:a16="http://schemas.microsoft.com/office/drawing/2014/main" id="{17D3F90D-5379-46E8-BFDC-00CE99A758DE}"/>
              </a:ext>
            </a:extLst>
          </p:cNvPr>
          <p:cNvSpPr txBox="1"/>
          <p:nvPr/>
        </p:nvSpPr>
        <p:spPr>
          <a:xfrm>
            <a:off x="24431133" y="-132948"/>
            <a:ext cx="39664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Backpropagation</a:t>
            </a:r>
            <a:endParaRPr lang="zh-CN" altLang="en-US" sz="40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87" name="直接箭头连接符 586">
            <a:extLst>
              <a:ext uri="{FF2B5EF4-FFF2-40B4-BE49-F238E27FC236}">
                <a16:creationId xmlns:a16="http://schemas.microsoft.com/office/drawing/2014/main" id="{4B9CEFBA-5632-4AFF-AB5A-68C8C8185D11}"/>
              </a:ext>
            </a:extLst>
          </p:cNvPr>
          <p:cNvCxnSpPr>
            <a:cxnSpLocks/>
          </p:cNvCxnSpPr>
          <p:nvPr/>
        </p:nvCxnSpPr>
        <p:spPr>
          <a:xfrm>
            <a:off x="16569687" y="4262152"/>
            <a:ext cx="0" cy="774046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5C7CF94-7C01-468C-928F-3AE3C3DA88FE}"/>
              </a:ext>
            </a:extLst>
          </p:cNvPr>
          <p:cNvCxnSpPr>
            <a:cxnSpLocks/>
          </p:cNvCxnSpPr>
          <p:nvPr/>
        </p:nvCxnSpPr>
        <p:spPr>
          <a:xfrm flipV="1">
            <a:off x="20756288" y="-3413083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89C7BFC9-846C-4E0C-8BA9-ECECCCCD1371}"/>
              </a:ext>
            </a:extLst>
          </p:cNvPr>
          <p:cNvGrpSpPr/>
          <p:nvPr/>
        </p:nvGrpSpPr>
        <p:grpSpPr>
          <a:xfrm>
            <a:off x="5802215" y="-1097078"/>
            <a:ext cx="3199309" cy="4731658"/>
            <a:chOff x="3014831" y="2058919"/>
            <a:chExt cx="7169129" cy="280519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E569412-176E-4724-8ED2-528F42B0A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D29B6E7-A949-4BC0-B430-8A9393770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729832A-B7B5-4FE4-B19B-F27AF4974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D2852A-577B-A4F1-8178-4B28F71B6B49}"/>
              </a:ext>
            </a:extLst>
          </p:cNvPr>
          <p:cNvCxnSpPr>
            <a:cxnSpLocks/>
          </p:cNvCxnSpPr>
          <p:nvPr/>
        </p:nvCxnSpPr>
        <p:spPr>
          <a:xfrm flipV="1">
            <a:off x="4039223" y="1555037"/>
            <a:ext cx="1413424" cy="1492"/>
          </a:xfrm>
          <a:prstGeom prst="straightConnector1">
            <a:avLst/>
          </a:prstGeom>
          <a:ln w="539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直接箭头连接符 424">
            <a:extLst>
              <a:ext uri="{FF2B5EF4-FFF2-40B4-BE49-F238E27FC236}">
                <a16:creationId xmlns:a16="http://schemas.microsoft.com/office/drawing/2014/main" id="{1E5C6D8B-0356-42E9-9A76-E147948078D3}"/>
              </a:ext>
            </a:extLst>
          </p:cNvPr>
          <p:cNvCxnSpPr>
            <a:cxnSpLocks/>
            <a:stCxn id="169" idx="1"/>
            <a:endCxn id="26" idx="0"/>
          </p:cNvCxnSpPr>
          <p:nvPr/>
        </p:nvCxnSpPr>
        <p:spPr>
          <a:xfrm flipH="1">
            <a:off x="18980313" y="-6734917"/>
            <a:ext cx="8330779" cy="8059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15A1EE1-2B9E-A52C-F51B-68FE70AED7E3}"/>
              </a:ext>
            </a:extLst>
          </p:cNvPr>
          <p:cNvSpPr txBox="1"/>
          <p:nvPr/>
        </p:nvSpPr>
        <p:spPr>
          <a:xfrm>
            <a:off x="16005478" y="7820736"/>
            <a:ext cx="1120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57981E-B7C5-A887-8055-AC05B66671E5}"/>
              </a:ext>
            </a:extLst>
          </p:cNvPr>
          <p:cNvSpPr txBox="1"/>
          <p:nvPr/>
        </p:nvSpPr>
        <p:spPr>
          <a:xfrm>
            <a:off x="9663567" y="1238375"/>
            <a:ext cx="4047903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rgbClr val="FD7F7F"/>
                </a:solidFill>
              </a:rPr>
              <a:t>Frequency Response</a:t>
            </a:r>
          </a:p>
          <a:p>
            <a:r>
              <a:rPr lang="en-US" altLang="zh-CN" dirty="0">
                <a:solidFill>
                  <a:srgbClr val="FD7F7F"/>
                </a:solidFill>
              </a:rPr>
              <a:t>“Snapshots” Injection</a:t>
            </a:r>
            <a:endParaRPr lang="zh-CN" altLang="en-US" dirty="0">
              <a:solidFill>
                <a:srgbClr val="FD7F7F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C4F0ED-30FF-E81B-3BC9-8DABEE745901}"/>
              </a:ext>
            </a:extLst>
          </p:cNvPr>
          <p:cNvCxnSpPr>
            <a:cxnSpLocks/>
          </p:cNvCxnSpPr>
          <p:nvPr/>
        </p:nvCxnSpPr>
        <p:spPr>
          <a:xfrm flipV="1">
            <a:off x="5873822" y="3763855"/>
            <a:ext cx="891173" cy="12723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E59CDBF-51A1-744E-911A-6062318AB64B}"/>
              </a:ext>
            </a:extLst>
          </p:cNvPr>
          <p:cNvSpPr txBox="1"/>
          <p:nvPr/>
        </p:nvSpPr>
        <p:spPr>
          <a:xfrm>
            <a:off x="2741911" y="5036198"/>
            <a:ext cx="52414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/>
              <a:t>Multi-frequency Sine Waves </a:t>
            </a:r>
          </a:p>
          <a:p>
            <a:r>
              <a:rPr lang="en-US" altLang="zh-CN" sz="3200" dirty="0"/>
              <a:t>with Varying Magnitudes</a:t>
            </a:r>
            <a:endParaRPr lang="zh-CN" altLang="en-US" sz="32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6324F29-8F45-1F31-6104-9FB366F00A7D}"/>
              </a:ext>
            </a:extLst>
          </p:cNvPr>
          <p:cNvCxnSpPr>
            <a:cxnSpLocks/>
          </p:cNvCxnSpPr>
          <p:nvPr/>
        </p:nvCxnSpPr>
        <p:spPr>
          <a:xfrm>
            <a:off x="31143834" y="2178657"/>
            <a:ext cx="503614" cy="71042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图片 538">
            <a:extLst>
              <a:ext uri="{FF2B5EF4-FFF2-40B4-BE49-F238E27FC236}">
                <a16:creationId xmlns:a16="http://schemas.microsoft.com/office/drawing/2014/main" id="{98401690-C01E-3D52-D55F-7F54F57B95F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49367" y="6848585"/>
            <a:ext cx="3982187" cy="897033"/>
          </a:xfrm>
          <a:prstGeom prst="rect">
            <a:avLst/>
          </a:prstGeom>
        </p:spPr>
      </p:pic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55D6C913-62AA-495C-9B0B-6AA417B0A024}"/>
              </a:ext>
            </a:extLst>
          </p:cNvPr>
          <p:cNvGrpSpPr/>
          <p:nvPr/>
        </p:nvGrpSpPr>
        <p:grpSpPr>
          <a:xfrm>
            <a:off x="30917626" y="2253474"/>
            <a:ext cx="6511743" cy="5583114"/>
            <a:chOff x="31143842" y="10952338"/>
            <a:chExt cx="6511743" cy="6806901"/>
          </a:xfrm>
        </p:grpSpPr>
        <p:pic>
          <p:nvPicPr>
            <p:cNvPr id="459" name="图片 458">
              <a:extLst>
                <a:ext uri="{FF2B5EF4-FFF2-40B4-BE49-F238E27FC236}">
                  <a16:creationId xmlns:a16="http://schemas.microsoft.com/office/drawing/2014/main" id="{849DB48C-2EBE-4249-8399-76E949FBC0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1615" b="-10545"/>
            <a:stretch/>
          </p:blipFill>
          <p:spPr>
            <a:xfrm>
              <a:off x="31493256" y="12131862"/>
              <a:ext cx="5690914" cy="4939864"/>
            </a:xfrm>
            <a:prstGeom prst="rect">
              <a:avLst/>
            </a:prstGeom>
          </p:spPr>
        </p:pic>
        <p:grpSp>
          <p:nvGrpSpPr>
            <p:cNvPr id="572" name="组合 571">
              <a:extLst>
                <a:ext uri="{FF2B5EF4-FFF2-40B4-BE49-F238E27FC236}">
                  <a16:creationId xmlns:a16="http://schemas.microsoft.com/office/drawing/2014/main" id="{F053C928-56EE-4DBD-974F-E4368EC23819}"/>
                </a:ext>
              </a:extLst>
            </p:cNvPr>
            <p:cNvGrpSpPr/>
            <p:nvPr/>
          </p:nvGrpSpPr>
          <p:grpSpPr>
            <a:xfrm>
              <a:off x="31143842" y="10952338"/>
              <a:ext cx="6511743" cy="6806901"/>
              <a:chOff x="33509858" y="11641843"/>
              <a:chExt cx="6511743" cy="6806901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9B8959-BC12-AAE8-F895-E2D803292C14}"/>
                  </a:ext>
                </a:extLst>
              </p:cNvPr>
              <p:cNvSpPr txBox="1"/>
              <p:nvPr/>
            </p:nvSpPr>
            <p:spPr>
              <a:xfrm>
                <a:off x="34748712" y="11641843"/>
                <a:ext cx="4140877" cy="7129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3200" b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Amplitude-Based Loss</a:t>
                </a:r>
                <a:endParaRPr lang="zh-CN" altLang="en-US" dirty="0"/>
              </a:p>
            </p:txBody>
          </p:sp>
          <p:grpSp>
            <p:nvGrpSpPr>
              <p:cNvPr id="535" name="组合 534">
                <a:extLst>
                  <a:ext uri="{FF2B5EF4-FFF2-40B4-BE49-F238E27FC236}">
                    <a16:creationId xmlns:a16="http://schemas.microsoft.com/office/drawing/2014/main" id="{2C05CD69-54EE-0BB4-8F32-431ADDA3E573}"/>
                  </a:ext>
                </a:extLst>
              </p:cNvPr>
              <p:cNvGrpSpPr/>
              <p:nvPr/>
            </p:nvGrpSpPr>
            <p:grpSpPr>
              <a:xfrm>
                <a:off x="33509858" y="12436137"/>
                <a:ext cx="6511743" cy="6012607"/>
                <a:chOff x="32234093" y="13102044"/>
                <a:chExt cx="7958628" cy="7348586"/>
              </a:xfrm>
            </p:grpSpPr>
            <p:grpSp>
              <p:nvGrpSpPr>
                <p:cNvPr id="534" name="组合 533">
                  <a:extLst>
                    <a:ext uri="{FF2B5EF4-FFF2-40B4-BE49-F238E27FC236}">
                      <a16:creationId xmlns:a16="http://schemas.microsoft.com/office/drawing/2014/main" id="{7F0ED328-7527-D14B-56DB-5E1EC668C3A4}"/>
                    </a:ext>
                  </a:extLst>
                </p:cNvPr>
                <p:cNvGrpSpPr/>
                <p:nvPr/>
              </p:nvGrpSpPr>
              <p:grpSpPr>
                <a:xfrm>
                  <a:off x="32234093" y="13102044"/>
                  <a:ext cx="7958628" cy="7348586"/>
                  <a:chOff x="32234093" y="13102044"/>
                  <a:chExt cx="7958628" cy="7348586"/>
                </a:xfrm>
              </p:grpSpPr>
              <p:sp>
                <p:nvSpPr>
                  <p:cNvPr id="33" name="矩形: 圆角 32">
                    <a:extLst>
                      <a:ext uri="{FF2B5EF4-FFF2-40B4-BE49-F238E27FC236}">
                        <a16:creationId xmlns:a16="http://schemas.microsoft.com/office/drawing/2014/main" id="{E5D2343E-D52F-741C-3912-5CD70867F15B}"/>
                      </a:ext>
                    </a:extLst>
                  </p:cNvPr>
                  <p:cNvSpPr/>
                  <p:nvPr/>
                </p:nvSpPr>
                <p:spPr>
                  <a:xfrm>
                    <a:off x="32234093" y="13102044"/>
                    <a:ext cx="7958628" cy="7348586"/>
                  </a:xfrm>
                  <a:prstGeom prst="round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sp>
                <p:nvSpPr>
                  <p:cNvPr id="522" name="弧形 521">
                    <a:extLst>
                      <a:ext uri="{FF2B5EF4-FFF2-40B4-BE49-F238E27FC236}">
                        <a16:creationId xmlns:a16="http://schemas.microsoft.com/office/drawing/2014/main" id="{44063E22-820F-405F-7BC8-BED049452DF2}"/>
                      </a:ext>
                    </a:extLst>
                  </p:cNvPr>
                  <p:cNvSpPr/>
                  <p:nvPr/>
                </p:nvSpPr>
                <p:spPr>
                  <a:xfrm rot="797706" flipV="1">
                    <a:off x="37062428" y="14324916"/>
                    <a:ext cx="2909006" cy="6094586"/>
                  </a:xfrm>
                  <a:prstGeom prst="arc">
                    <a:avLst>
                      <a:gd name="adj1" fmla="val 18139217"/>
                      <a:gd name="adj2" fmla="val 3987019"/>
                    </a:avLst>
                  </a:prstGeom>
                  <a:ln w="25400">
                    <a:solidFill>
                      <a:srgbClr val="FF0000"/>
                    </a:solidFill>
                    <a:headEnd type="triangle" w="lg" len="lg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cxnSp>
                <p:nvCxnSpPr>
                  <p:cNvPr id="531" name="直接箭头连接符 530">
                    <a:extLst>
                      <a:ext uri="{FF2B5EF4-FFF2-40B4-BE49-F238E27FC236}">
                        <a16:creationId xmlns:a16="http://schemas.microsoft.com/office/drawing/2014/main" id="{D1168639-CB88-4FBD-9A43-30EC95F68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73662" y="16640435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1010FF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>
                    <a:extLst>
                      <a:ext uri="{FF2B5EF4-FFF2-40B4-BE49-F238E27FC236}">
                        <a16:creationId xmlns:a16="http://schemas.microsoft.com/office/drawing/2014/main" id="{AD7FF59C-FC9C-95D3-85E8-B2D9099E7E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629076" y="14344836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1" name="弧形 520">
                  <a:extLst>
                    <a:ext uri="{FF2B5EF4-FFF2-40B4-BE49-F238E27FC236}">
                      <a16:creationId xmlns:a16="http://schemas.microsoft.com/office/drawing/2014/main" id="{6344742C-0D24-9DFB-7C63-37C3699177A4}"/>
                    </a:ext>
                  </a:extLst>
                </p:cNvPr>
                <p:cNvSpPr/>
                <p:nvPr/>
              </p:nvSpPr>
              <p:spPr>
                <a:xfrm rot="2002819" flipH="1" flipV="1">
                  <a:off x="32432906" y="16475620"/>
                  <a:ext cx="3590987" cy="3395601"/>
                </a:xfrm>
                <a:prstGeom prst="arc">
                  <a:avLst>
                    <a:gd name="adj1" fmla="val 14985587"/>
                    <a:gd name="adj2" fmla="val 20934335"/>
                  </a:avLst>
                </a:prstGeom>
                <a:ln w="25400">
                  <a:solidFill>
                    <a:srgbClr val="0000FF"/>
                  </a:solidFill>
                  <a:headEnd type="triangle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CB225ADE-DA61-6B8D-18BB-4B499A865A4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17413" y="14186725"/>
                    <a:ext cx="714683" cy="7129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4472C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CB225ADE-DA61-6B8D-18BB-4B499A865A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17413" y="14186725"/>
                    <a:ext cx="714683" cy="712954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F4D103E5-66DF-118A-2EF8-2C5472E16076}"/>
                      </a:ext>
                    </a:extLst>
                  </p:cNvPr>
                  <p:cNvSpPr txBox="1"/>
                  <p:nvPr/>
                </p:nvSpPr>
                <p:spPr>
                  <a:xfrm>
                    <a:off x="37647370" y="12346763"/>
                    <a:ext cx="714683" cy="7129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F4D103E5-66DF-118A-2EF8-2C5472E160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47370" y="12346763"/>
                    <a:ext cx="714683" cy="71295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" name="左中括号 542">
                <a:extLst>
                  <a:ext uri="{FF2B5EF4-FFF2-40B4-BE49-F238E27FC236}">
                    <a16:creationId xmlns:a16="http://schemas.microsoft.com/office/drawing/2014/main" id="{4A2D903A-1085-8A26-992A-66D9D393FD6E}"/>
                  </a:ext>
                </a:extLst>
              </p:cNvPr>
              <p:cNvSpPr/>
              <p:nvPr/>
            </p:nvSpPr>
            <p:spPr>
              <a:xfrm rot="5400000">
                <a:off x="35396522" y="13925148"/>
                <a:ext cx="228037" cy="230597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5" name="左中括号 544">
                <a:extLst>
                  <a:ext uri="{FF2B5EF4-FFF2-40B4-BE49-F238E27FC236}">
                    <a16:creationId xmlns:a16="http://schemas.microsoft.com/office/drawing/2014/main" id="{174C2325-A552-53D9-2136-78267F671BFE}"/>
                  </a:ext>
                </a:extLst>
              </p:cNvPr>
              <p:cNvSpPr/>
              <p:nvPr/>
            </p:nvSpPr>
            <p:spPr>
              <a:xfrm rot="5400000">
                <a:off x="37778162" y="11945044"/>
                <a:ext cx="230985" cy="2460258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92" name="图片 191">
            <a:extLst>
              <a:ext uri="{FF2B5EF4-FFF2-40B4-BE49-F238E27FC236}">
                <a16:creationId xmlns:a16="http://schemas.microsoft.com/office/drawing/2014/main" id="{EFECB3F0-15B3-4C11-911B-6EF6AA5F09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471" y="16682603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C8CF6529-AAF2-47EE-9AAA-110B9B0E0ECC}"/>
              </a:ext>
            </a:extLst>
          </p:cNvPr>
          <p:cNvGrpSpPr/>
          <p:nvPr/>
        </p:nvGrpSpPr>
        <p:grpSpPr>
          <a:xfrm>
            <a:off x="15735363" y="10405049"/>
            <a:ext cx="8510889" cy="7686301"/>
            <a:chOff x="17628968" y="1768097"/>
            <a:chExt cx="8510887" cy="7686302"/>
          </a:xfrm>
        </p:grpSpPr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CD2F959F-99F9-46FA-9506-25928A10E024}"/>
                </a:ext>
              </a:extLst>
            </p:cNvPr>
            <p:cNvCxnSpPr>
              <a:cxnSpLocks/>
              <a:stCxn id="287" idx="1"/>
              <a:endCxn id="258" idx="0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42F05D82-70DD-424A-88D1-6125581EB8AC}"/>
                </a:ext>
              </a:extLst>
            </p:cNvPr>
            <p:cNvCxnSpPr>
              <a:cxnSpLocks/>
              <a:stCxn id="261" idx="4"/>
              <a:endCxn id="297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7263F1A0-59C9-4D0D-9CF2-2DF30B68AB36}"/>
                </a:ext>
              </a:extLst>
            </p:cNvPr>
            <p:cNvCxnSpPr>
              <a:cxnSpLocks/>
              <a:stCxn id="300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8F3657FF-6569-43B3-9577-541589FCDB76}"/>
                    </a:ext>
                  </a:extLst>
                </p:cNvPr>
                <p:cNvSpPr txBox="1"/>
                <p:nvPr/>
              </p:nvSpPr>
              <p:spPr>
                <a:xfrm rot="5400000">
                  <a:off x="19686370" y="5760812"/>
                  <a:ext cx="9389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8F3657FF-6569-43B3-9577-541589FCD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70" y="5760812"/>
                  <a:ext cx="938926" cy="58477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3714E23F-1631-4E55-B193-B717A5E3F9E2}"/>
                </a:ext>
              </a:extLst>
            </p:cNvPr>
            <p:cNvCxnSpPr>
              <a:cxnSpLocks/>
              <a:stCxn id="261" idx="4"/>
              <a:endCxn id="289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9195DA91-F34F-4ED1-BCA0-85E274BA70A0}"/>
                </a:ext>
              </a:extLst>
            </p:cNvPr>
            <p:cNvCxnSpPr>
              <a:cxnSpLocks/>
              <a:stCxn id="302" idx="3"/>
              <a:endCxn id="285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129BEC94-7EC7-4EE2-9A86-64C2C17522C7}"/>
                </a:ext>
              </a:extLst>
            </p:cNvPr>
            <p:cNvCxnSpPr>
              <a:cxnSpLocks/>
              <a:stCxn id="285" idx="1"/>
              <a:endCxn id="258" idx="0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97EC57AE-1EEE-4439-901C-1F9C4FBB64B9}"/>
                </a:ext>
              </a:extLst>
            </p:cNvPr>
            <p:cNvCxnSpPr>
              <a:cxnSpLocks/>
              <a:stCxn id="286" idx="1"/>
              <a:endCxn id="258" idx="0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89C58555-46A8-4787-8801-D4952552C512}"/>
                </a:ext>
              </a:extLst>
            </p:cNvPr>
            <p:cNvCxnSpPr>
              <a:cxnSpLocks/>
              <a:stCxn id="261" idx="4"/>
              <a:endCxn id="294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0EAD1815-7828-4D45-A68A-A9BBA8C5B882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1414A18-E933-4215-A7A0-6940D01C3690}"/>
                    </a:ext>
                  </a:extLst>
                </p:cNvPr>
                <p:cNvSpPr txBox="1"/>
                <p:nvPr/>
              </p:nvSpPr>
              <p:spPr>
                <a:xfrm>
                  <a:off x="19846244" y="5202571"/>
                  <a:ext cx="8467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1414A18-E933-4215-A7A0-6940D01C3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6244" y="5202571"/>
                  <a:ext cx="846746" cy="461665"/>
                </a:xfrm>
                <a:prstGeom prst="rect">
                  <a:avLst/>
                </a:prstGeom>
                <a:blipFill>
                  <a:blip r:embed="rId4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7F1A22C8-BD18-448E-AA3F-BF54F2654E42}"/>
                    </a:ext>
                  </a:extLst>
                </p:cNvPr>
                <p:cNvSpPr txBox="1"/>
                <p:nvPr/>
              </p:nvSpPr>
              <p:spPr>
                <a:xfrm>
                  <a:off x="20030136" y="7507392"/>
                  <a:ext cx="8498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7F1A22C8-BD18-448E-AA3F-BF54F2654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136" y="7507392"/>
                  <a:ext cx="849848" cy="461665"/>
                </a:xfrm>
                <a:prstGeom prst="rect">
                  <a:avLst/>
                </a:prstGeom>
                <a:blipFill>
                  <a:blip r:embed="rId45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759768EC-16A5-414B-9E94-FC5404EBBA69}"/>
                    </a:ext>
                  </a:extLst>
                </p:cNvPr>
                <p:cNvSpPr txBox="1"/>
                <p:nvPr/>
              </p:nvSpPr>
              <p:spPr>
                <a:xfrm>
                  <a:off x="20127233" y="8992734"/>
                  <a:ext cx="5516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759768EC-16A5-414B-9E94-FC5404EBB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7233" y="8992734"/>
                  <a:ext cx="551689" cy="461665"/>
                </a:xfrm>
                <a:prstGeom prst="rect">
                  <a:avLst/>
                </a:prstGeom>
                <a:blipFill>
                  <a:blip r:embed="rId46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B124D2F-3E4E-43EF-BE9E-7E7B68CFC1ED}"/>
                    </a:ext>
                  </a:extLst>
                </p:cNvPr>
                <p:cNvSpPr txBox="1"/>
                <p:nvPr/>
              </p:nvSpPr>
              <p:spPr>
                <a:xfrm rot="5400000">
                  <a:off x="20935018" y="5739032"/>
                  <a:ext cx="91917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B124D2F-3E4E-43EF-BE9E-7E7B68CFC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8" y="5739032"/>
                  <a:ext cx="919174" cy="58477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E37AD84C-6BBA-440E-9547-6B4D81850884}"/>
                    </a:ext>
                  </a:extLst>
                </p:cNvPr>
                <p:cNvSpPr txBox="1"/>
                <p:nvPr/>
              </p:nvSpPr>
              <p:spPr>
                <a:xfrm rot="153615">
                  <a:off x="17660793" y="5886463"/>
                  <a:ext cx="87280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E37AD84C-6BBA-440E-9547-6B4D81850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60793" y="5886463"/>
                  <a:ext cx="872803" cy="70788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2C6091E2-5471-45F0-8AF1-B9DC23A8BBFC}"/>
                </a:ext>
              </a:extLst>
            </p:cNvPr>
            <p:cNvSpPr/>
            <p:nvPr/>
          </p:nvSpPr>
          <p:spPr>
            <a:xfrm rot="5400000">
              <a:off x="18216574" y="5721590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72618691-E704-41A6-B194-193D1610B598}"/>
                </a:ext>
              </a:extLst>
            </p:cNvPr>
            <p:cNvCxnSpPr>
              <a:cxnSpLocks/>
              <a:stCxn id="265" idx="1"/>
              <a:endCxn id="258" idx="0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E93AEC93-2F88-41C4-B158-AC0E6FA2E1BC}"/>
                    </a:ext>
                  </a:extLst>
                </p:cNvPr>
                <p:cNvSpPr txBox="1"/>
                <p:nvPr/>
              </p:nvSpPr>
              <p:spPr>
                <a:xfrm>
                  <a:off x="25257434" y="5792883"/>
                  <a:ext cx="88242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E93AEC93-2F88-41C4-B158-AC0E6FA2E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7434" y="5792883"/>
                  <a:ext cx="882421" cy="707886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A26AE3BB-AF62-4D3C-A267-1DCC2E5CA4E2}"/>
                </a:ext>
              </a:extLst>
            </p:cNvPr>
            <p:cNvSpPr/>
            <p:nvPr/>
          </p:nvSpPr>
          <p:spPr>
            <a:xfrm rot="5400000">
              <a:off x="25424246" y="5732084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ED1D2EE9-9EB5-4EA6-8E03-5973E5166717}"/>
                </a:ext>
              </a:extLst>
            </p:cNvPr>
            <p:cNvCxnSpPr>
              <a:cxnSpLocks/>
              <a:stCxn id="261" idx="4"/>
              <a:endCxn id="292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9F9A273F-AF77-4F62-A07C-1FEA53377236}"/>
                </a:ext>
              </a:extLst>
            </p:cNvPr>
            <p:cNvCxnSpPr>
              <a:cxnSpLocks/>
              <a:stCxn id="306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913FD0C4-CCC1-4310-A45B-E7C586049307}"/>
                    </a:ext>
                  </a:extLst>
                </p:cNvPr>
                <p:cNvSpPr txBox="1"/>
                <p:nvPr/>
              </p:nvSpPr>
              <p:spPr>
                <a:xfrm>
                  <a:off x="20005978" y="3492279"/>
                  <a:ext cx="6029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913FD0C4-CCC1-4310-A45B-E7C586049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5978" y="3492279"/>
                  <a:ext cx="602986" cy="461665"/>
                </a:xfrm>
                <a:prstGeom prst="rect">
                  <a:avLst/>
                </a:prstGeom>
                <a:blipFill>
                  <a:blip r:embed="rId50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5CF2798E-CCB7-418A-AD9F-A656D31607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54154AF0-37A1-449D-866D-9F8AE856960C}"/>
                </a:ext>
              </a:extLst>
            </p:cNvPr>
            <p:cNvSpPr/>
            <p:nvPr/>
          </p:nvSpPr>
          <p:spPr>
            <a:xfrm rot="5400000">
              <a:off x="18382090" y="1772463"/>
              <a:ext cx="6908752" cy="8414996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FA4D440C-8684-40C8-9E28-7EB9B3ADD0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48BD7DA6-D55D-4996-8F7A-C556B7E318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8C434A46-2AC8-435B-9EFE-EF22F0EBF6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456CE6D6-40FF-46E8-AB3A-45C249B1CC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71E1BA92-3696-42EB-9A8C-010D0B40726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0F3741E1-81C1-4430-9AE5-BAEC3A32DF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998C2D7F-6F7E-4F12-8E97-89338C02F3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DA0D2464-E3D3-48B4-AA50-485A78F09A0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AC8762FB-5DFD-491F-A802-F8D111C4BCC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F855105E-4736-492B-8B57-45783782D04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A0587D1C-1317-43CC-B09A-98F4BDC9122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BB1A44A1-7E8B-4E28-8072-12EDB2D2F1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C6AC8110-8221-4099-9B4E-A987C485E1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75ED860-8BF6-42FB-86FF-A86EA4D6494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19E97C71-F9F5-4B5F-874D-89C718FEC00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52773E37-18B6-4232-BCA7-6A6C9EFD21F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75A73E76-5D36-47C1-ACDC-34EC03D19D24}"/>
                </a:ext>
              </a:extLst>
            </p:cNvPr>
            <p:cNvSpPr txBox="1"/>
            <p:nvPr/>
          </p:nvSpPr>
          <p:spPr>
            <a:xfrm>
              <a:off x="20741543" y="1768097"/>
              <a:ext cx="2207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FRIKAN</a:t>
              </a:r>
              <a:endPara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08202117-9E7E-40D5-9064-EAF4DAEC0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286" name="图片 285">
              <a:extLst>
                <a:ext uri="{FF2B5EF4-FFF2-40B4-BE49-F238E27FC236}">
                  <a16:creationId xmlns:a16="http://schemas.microsoft.com/office/drawing/2014/main" id="{814DAF88-BE03-4A52-B9A2-F31D370D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3CDA3BA9-D23F-4ACC-A0FD-48DCE3D665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E8635F66-B8B4-4E1E-89A9-3A96DCF67B38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682243"/>
              <a:chOff x="6482708" y="4229599"/>
              <a:chExt cx="851277" cy="682243"/>
            </a:xfrm>
          </p:grpSpPr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17E5386B-837F-4734-94B4-BCBC57B6A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35C9EC21-D11F-4B13-8661-739424004EB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35C9EC21-D11F-4B13-8661-739424004E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FA63AA38-9458-4582-ABB2-096F03871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62542094-38F1-4403-9036-2871821C7A3D}"/>
                    </a:ext>
                  </a:extLst>
                </p:cNvPr>
                <p:cNvSpPr txBox="1"/>
                <p:nvPr/>
              </p:nvSpPr>
              <p:spPr>
                <a:xfrm flipH="1">
                  <a:off x="23271607" y="4726549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62542094-38F1-4403-9036-2871821C7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7" y="4726549"/>
                  <a:ext cx="540214" cy="461665"/>
                </a:xfrm>
                <a:prstGeom prst="rect">
                  <a:avLst/>
                </a:prstGeom>
                <a:blipFill>
                  <a:blip r:embed="rId54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592E48B7-F446-4E6F-962F-983AABA2CC09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682243"/>
              <a:chOff x="6482708" y="4229599"/>
              <a:chExt cx="851277" cy="682243"/>
            </a:xfrm>
          </p:grpSpPr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9AC2CE75-8161-4457-AB9C-F0ED086E3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7F8E5C9-B3F4-4489-BF09-FF73FA3FA30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7F8E5C9-B3F4-4489-BF09-FF73FA3FA3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2" name="图片 291">
              <a:extLst>
                <a:ext uri="{FF2B5EF4-FFF2-40B4-BE49-F238E27FC236}">
                  <a16:creationId xmlns:a16="http://schemas.microsoft.com/office/drawing/2014/main" id="{F9946882-7066-47C0-8171-5CC9F46E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501F8B11-40D3-4F22-9363-2D745159BCB8}"/>
                    </a:ext>
                  </a:extLst>
                </p:cNvPr>
                <p:cNvSpPr txBox="1"/>
                <p:nvPr/>
              </p:nvSpPr>
              <p:spPr>
                <a:xfrm flipH="1">
                  <a:off x="23238561" y="3140011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501F8B11-40D3-4F22-9363-2D745159B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1" y="3140011"/>
                  <a:ext cx="540214" cy="461665"/>
                </a:xfrm>
                <a:prstGeom prst="rect">
                  <a:avLst/>
                </a:prstGeom>
                <a:blipFill>
                  <a:blip r:embed="rId56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E6AE7691-03A2-4C1F-98AD-DADF4D5CD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ACE8B8B7-525C-4183-9576-E78A6C95D409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ACE8B8B7-525C-4183-9576-E78A6C95D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4" cy="461665"/>
                </a:xfrm>
                <a:prstGeom prst="rect">
                  <a:avLst/>
                </a:prstGeom>
                <a:blipFill>
                  <a:blip r:embed="rId57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E5563F31-7B06-4CC2-B702-2F5DD043B585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682243"/>
              <a:chOff x="6482708" y="4229599"/>
              <a:chExt cx="851277" cy="682243"/>
            </a:xfrm>
          </p:grpSpPr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1AA53CB5-6689-41A4-AE35-DB676637C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51445E54-CD08-4547-B04C-73295B19816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51445E54-CD08-4547-B04C-73295B1981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7" name="图片 296">
              <a:extLst>
                <a:ext uri="{FF2B5EF4-FFF2-40B4-BE49-F238E27FC236}">
                  <a16:creationId xmlns:a16="http://schemas.microsoft.com/office/drawing/2014/main" id="{636DFC41-2E07-40DD-B586-F45DE507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A959F66E-5C77-4F5B-A5BE-6D51582EF307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A959F66E-5C77-4F5B-A5BE-6D51582EF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4" cy="461665"/>
                </a:xfrm>
                <a:prstGeom prst="rect">
                  <a:avLst/>
                </a:prstGeom>
                <a:blipFill>
                  <a:blip r:embed="rId59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CFCABB97-AD9A-4163-BDDE-A4ED2630920E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682243"/>
              <a:chOff x="6482708" y="4229599"/>
              <a:chExt cx="851277" cy="682243"/>
            </a:xfrm>
          </p:grpSpPr>
          <p:pic>
            <p:nvPicPr>
              <p:cNvPr id="300" name="图片 299">
                <a:extLst>
                  <a:ext uri="{FF2B5EF4-FFF2-40B4-BE49-F238E27FC236}">
                    <a16:creationId xmlns:a16="http://schemas.microsoft.com/office/drawing/2014/main" id="{AA1D5F69-14FA-43BA-974C-619C64BDA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4622EE79-040C-4071-B955-FA3D4248826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4622EE79-040C-4071-B955-FA3D42488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A4EAB8D1-A6DB-4447-ABA8-063D1AB4DE20}"/>
              </a:ext>
            </a:extLst>
          </p:cNvPr>
          <p:cNvGrpSpPr/>
          <p:nvPr/>
        </p:nvGrpSpPr>
        <p:grpSpPr>
          <a:xfrm>
            <a:off x="25463402" y="11248628"/>
            <a:ext cx="3664861" cy="5010235"/>
            <a:chOff x="31049400" y="2720291"/>
            <a:chExt cx="4142278" cy="2201924"/>
          </a:xfrm>
        </p:grpSpPr>
        <p:pic>
          <p:nvPicPr>
            <p:cNvPr id="317" name="图片 316">
              <a:extLst>
                <a:ext uri="{FF2B5EF4-FFF2-40B4-BE49-F238E27FC236}">
                  <a16:creationId xmlns:a16="http://schemas.microsoft.com/office/drawing/2014/main" id="{9AE24E11-36F2-4EAD-B03C-496DE99AB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0" name="图片 319">
              <a:extLst>
                <a:ext uri="{FF2B5EF4-FFF2-40B4-BE49-F238E27FC236}">
                  <a16:creationId xmlns:a16="http://schemas.microsoft.com/office/drawing/2014/main" id="{377070DA-D417-4859-AC36-43E95F4D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1" name="图片 320">
              <a:extLst>
                <a:ext uri="{FF2B5EF4-FFF2-40B4-BE49-F238E27FC236}">
                  <a16:creationId xmlns:a16="http://schemas.microsoft.com/office/drawing/2014/main" id="{370404F7-BA9F-4681-85EF-032B1DDA6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28" name="连接符: 肘形 327">
            <a:extLst>
              <a:ext uri="{FF2B5EF4-FFF2-40B4-BE49-F238E27FC236}">
                <a16:creationId xmlns:a16="http://schemas.microsoft.com/office/drawing/2014/main" id="{C0476663-A467-43B0-9B93-F23EAAC0C176}"/>
              </a:ext>
            </a:extLst>
          </p:cNvPr>
          <p:cNvCxnSpPr>
            <a:cxnSpLocks/>
            <a:endCxn id="376" idx="2"/>
          </p:cNvCxnSpPr>
          <p:nvPr/>
        </p:nvCxnSpPr>
        <p:spPr>
          <a:xfrm flipV="1">
            <a:off x="8643226" y="14458235"/>
            <a:ext cx="1723085" cy="1671960"/>
          </a:xfrm>
          <a:prstGeom prst="bentConnector3">
            <a:avLst>
              <a:gd name="adj1" fmla="val 356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连接符: 肘形 328">
            <a:extLst>
              <a:ext uri="{FF2B5EF4-FFF2-40B4-BE49-F238E27FC236}">
                <a16:creationId xmlns:a16="http://schemas.microsoft.com/office/drawing/2014/main" id="{4A4471C6-348F-427D-8B25-9AAF7040E0FB}"/>
              </a:ext>
            </a:extLst>
          </p:cNvPr>
          <p:cNvCxnSpPr>
            <a:cxnSpLocks/>
          </p:cNvCxnSpPr>
          <p:nvPr/>
        </p:nvCxnSpPr>
        <p:spPr>
          <a:xfrm>
            <a:off x="8645814" y="21022270"/>
            <a:ext cx="9103879" cy="3082664"/>
          </a:xfrm>
          <a:prstGeom prst="bentConnector3">
            <a:avLst>
              <a:gd name="adj1" fmla="val -11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720A4965-1F42-49AE-997F-2DE6BAFBC75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591445" y="21151075"/>
            <a:ext cx="4562694" cy="1522371"/>
          </a:xfrm>
          <a:prstGeom prst="bentConnector3">
            <a:avLst>
              <a:gd name="adj1" fmla="val -52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连接符: 肘形 330">
            <a:extLst>
              <a:ext uri="{FF2B5EF4-FFF2-40B4-BE49-F238E27FC236}">
                <a16:creationId xmlns:a16="http://schemas.microsoft.com/office/drawing/2014/main" id="{7A0E5546-2AF9-4567-93D5-EE2F3FD18CD7}"/>
              </a:ext>
            </a:extLst>
          </p:cNvPr>
          <p:cNvCxnSpPr>
            <a:cxnSpLocks/>
          </p:cNvCxnSpPr>
          <p:nvPr/>
        </p:nvCxnSpPr>
        <p:spPr>
          <a:xfrm>
            <a:off x="29150715" y="14399671"/>
            <a:ext cx="1425848" cy="359633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流程图: 终止 331">
            <a:extLst>
              <a:ext uri="{FF2B5EF4-FFF2-40B4-BE49-F238E27FC236}">
                <a16:creationId xmlns:a16="http://schemas.microsoft.com/office/drawing/2014/main" id="{1685835E-B2AE-4B6F-BD8D-4CA1C4F08E4A}"/>
              </a:ext>
            </a:extLst>
          </p:cNvPr>
          <p:cNvSpPr/>
          <p:nvPr/>
        </p:nvSpPr>
        <p:spPr>
          <a:xfrm>
            <a:off x="29342894" y="18189841"/>
            <a:ext cx="2422431" cy="1247233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103D573A-CF20-4E22-A608-6DAFD08D22A0}"/>
              </a:ext>
            </a:extLst>
          </p:cNvPr>
          <p:cNvSpPr txBox="1"/>
          <p:nvPr/>
        </p:nvSpPr>
        <p:spPr>
          <a:xfrm>
            <a:off x="29835290" y="16956196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2800" b="1" dirty="0"/>
          </a:p>
        </p:txBody>
      </p:sp>
      <p:cxnSp>
        <p:nvCxnSpPr>
          <p:cNvPr id="350" name="直接箭头连接符 349">
            <a:extLst>
              <a:ext uri="{FF2B5EF4-FFF2-40B4-BE49-F238E27FC236}">
                <a16:creationId xmlns:a16="http://schemas.microsoft.com/office/drawing/2014/main" id="{A2C2DBB2-78D8-451C-B677-54AE1DCD0B5D}"/>
              </a:ext>
            </a:extLst>
          </p:cNvPr>
          <p:cNvCxnSpPr>
            <a:cxnSpLocks/>
          </p:cNvCxnSpPr>
          <p:nvPr/>
        </p:nvCxnSpPr>
        <p:spPr>
          <a:xfrm flipV="1">
            <a:off x="23778233" y="14465269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C60B7770-26AA-467E-87CE-3631B5246CD0}"/>
              </a:ext>
            </a:extLst>
          </p:cNvPr>
          <p:cNvGrpSpPr/>
          <p:nvPr/>
        </p:nvGrpSpPr>
        <p:grpSpPr>
          <a:xfrm>
            <a:off x="5920087" y="16161342"/>
            <a:ext cx="3199309" cy="4731658"/>
            <a:chOff x="3014831" y="2058919"/>
            <a:chExt cx="7169129" cy="2805193"/>
          </a:xfrm>
        </p:grpSpPr>
        <p:pic>
          <p:nvPicPr>
            <p:cNvPr id="352" name="图片 351">
              <a:extLst>
                <a:ext uri="{FF2B5EF4-FFF2-40B4-BE49-F238E27FC236}">
                  <a16:creationId xmlns:a16="http://schemas.microsoft.com/office/drawing/2014/main" id="{74CBB9CD-1FD2-441A-AD7F-458569999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3" name="图片 352">
              <a:extLst>
                <a:ext uri="{FF2B5EF4-FFF2-40B4-BE49-F238E27FC236}">
                  <a16:creationId xmlns:a16="http://schemas.microsoft.com/office/drawing/2014/main" id="{FE2AFD54-5968-4FE1-BB0D-9F9BF906D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4" name="图片 353">
              <a:extLst>
                <a:ext uri="{FF2B5EF4-FFF2-40B4-BE49-F238E27FC236}">
                  <a16:creationId xmlns:a16="http://schemas.microsoft.com/office/drawing/2014/main" id="{0231411F-3222-4999-8BC3-AADE779CD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122672F4-9CA0-4563-9612-5329459C2F3C}"/>
              </a:ext>
            </a:extLst>
          </p:cNvPr>
          <p:cNvCxnSpPr>
            <a:cxnSpLocks/>
          </p:cNvCxnSpPr>
          <p:nvPr/>
        </p:nvCxnSpPr>
        <p:spPr>
          <a:xfrm flipV="1">
            <a:off x="4157094" y="18813458"/>
            <a:ext cx="1413424" cy="1492"/>
          </a:xfrm>
          <a:prstGeom prst="straightConnector1">
            <a:avLst/>
          </a:prstGeom>
          <a:ln w="539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D888181C-11B2-4045-8AC0-A141732B88AD}"/>
              </a:ext>
            </a:extLst>
          </p:cNvPr>
          <p:cNvGrpSpPr/>
          <p:nvPr/>
        </p:nvGrpSpPr>
        <p:grpSpPr>
          <a:xfrm>
            <a:off x="10366319" y="12718640"/>
            <a:ext cx="4180193" cy="3479203"/>
            <a:chOff x="16135486" y="34380215"/>
            <a:chExt cx="4180192" cy="3479202"/>
          </a:xfrm>
        </p:grpSpPr>
        <p:pic>
          <p:nvPicPr>
            <p:cNvPr id="375" name="图片 374">
              <a:extLst>
                <a:ext uri="{FF2B5EF4-FFF2-40B4-BE49-F238E27FC236}">
                  <a16:creationId xmlns:a16="http://schemas.microsoft.com/office/drawing/2014/main" id="{2F43B011-7478-43BD-A697-FE8F39073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24561" y="34704425"/>
              <a:ext cx="2505888" cy="2347711"/>
            </a:xfrm>
            <a:prstGeom prst="rect">
              <a:avLst/>
            </a:prstGeom>
          </p:spPr>
        </p:pic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id="{11D40F34-2FE3-4C75-9018-DC17FBD8418F}"/>
                </a:ext>
              </a:extLst>
            </p:cNvPr>
            <p:cNvSpPr/>
            <p:nvPr/>
          </p:nvSpPr>
          <p:spPr>
            <a:xfrm rot="5400000">
              <a:off x="16485981" y="34029720"/>
              <a:ext cx="3479202" cy="4180192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CD41F373-3627-4D3B-97B3-5F61C4F1488D}"/>
                </a:ext>
              </a:extLst>
            </p:cNvPr>
            <p:cNvSpPr txBox="1"/>
            <p:nvPr/>
          </p:nvSpPr>
          <p:spPr>
            <a:xfrm>
              <a:off x="17665170" y="37091964"/>
              <a:ext cx="1120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MET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B68C16A7-5F3B-4317-9200-5D4752852812}"/>
              </a:ext>
            </a:extLst>
          </p:cNvPr>
          <p:cNvGrpSpPr/>
          <p:nvPr/>
        </p:nvGrpSpPr>
        <p:grpSpPr>
          <a:xfrm>
            <a:off x="25463402" y="21346089"/>
            <a:ext cx="3664861" cy="5010235"/>
            <a:chOff x="31049400" y="2720291"/>
            <a:chExt cx="4142278" cy="2201924"/>
          </a:xfrm>
        </p:grpSpPr>
        <p:pic>
          <p:nvPicPr>
            <p:cNvPr id="386" name="图片 385">
              <a:extLst>
                <a:ext uri="{FF2B5EF4-FFF2-40B4-BE49-F238E27FC236}">
                  <a16:creationId xmlns:a16="http://schemas.microsoft.com/office/drawing/2014/main" id="{B1EFCE0B-208B-4BA5-A721-6C1D96359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7" name="图片 386">
              <a:extLst>
                <a:ext uri="{FF2B5EF4-FFF2-40B4-BE49-F238E27FC236}">
                  <a16:creationId xmlns:a16="http://schemas.microsoft.com/office/drawing/2014/main" id="{F992C69A-2849-4D31-A9C9-D483F431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8" name="图片 387">
              <a:extLst>
                <a:ext uri="{FF2B5EF4-FFF2-40B4-BE49-F238E27FC236}">
                  <a16:creationId xmlns:a16="http://schemas.microsoft.com/office/drawing/2014/main" id="{3EC90082-4D81-4B1B-BFD3-81676EBB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BE8659FC-1484-4AC9-B29B-99AAA5E6C917}"/>
              </a:ext>
            </a:extLst>
          </p:cNvPr>
          <p:cNvGrpSpPr/>
          <p:nvPr/>
        </p:nvGrpSpPr>
        <p:grpSpPr>
          <a:xfrm>
            <a:off x="17691598" y="22294621"/>
            <a:ext cx="3970702" cy="4999453"/>
            <a:chOff x="19901541" y="32053864"/>
            <a:chExt cx="3970701" cy="4999454"/>
          </a:xfrm>
        </p:grpSpPr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667531DA-675F-44A5-8AE1-C838224084B5}"/>
                </a:ext>
              </a:extLst>
            </p:cNvPr>
            <p:cNvSpPr/>
            <p:nvPr/>
          </p:nvSpPr>
          <p:spPr>
            <a:xfrm>
              <a:off x="20347541" y="32766338"/>
              <a:ext cx="3239385" cy="1897189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80" name="弧形 379">
              <a:extLst>
                <a:ext uri="{FF2B5EF4-FFF2-40B4-BE49-F238E27FC236}">
                  <a16:creationId xmlns:a16="http://schemas.microsoft.com/office/drawing/2014/main" id="{1D785A72-09BF-4B42-A8D9-9234999C21A7}"/>
                </a:ext>
              </a:extLst>
            </p:cNvPr>
            <p:cNvSpPr/>
            <p:nvPr/>
          </p:nvSpPr>
          <p:spPr>
            <a:xfrm rot="17901657">
              <a:off x="20145580" y="33643716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12CD89D0-EF0B-4CD2-A0CF-AB1F4F092C9C}"/>
                </a:ext>
              </a:extLst>
            </p:cNvPr>
            <p:cNvSpPr txBox="1"/>
            <p:nvPr/>
          </p:nvSpPr>
          <p:spPr>
            <a:xfrm>
              <a:off x="19901541" y="32053864"/>
              <a:ext cx="39707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Target Linear System</a:t>
              </a:r>
              <a:endParaRPr lang="zh-CN" altLang="en-US" dirty="0"/>
            </a:p>
          </p:txBody>
        </p:sp>
        <p:sp>
          <p:nvSpPr>
            <p:cNvPr id="390" name="弧形 389">
              <a:extLst>
                <a:ext uri="{FF2B5EF4-FFF2-40B4-BE49-F238E27FC236}">
                  <a16:creationId xmlns:a16="http://schemas.microsoft.com/office/drawing/2014/main" id="{0A6D2884-8DC4-4781-9100-4206AA9EE619}"/>
                </a:ext>
              </a:extLst>
            </p:cNvPr>
            <p:cNvSpPr/>
            <p:nvPr/>
          </p:nvSpPr>
          <p:spPr>
            <a:xfrm rot="17901657">
              <a:off x="20199360" y="33643715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noFill/>
            <a:ln w="44450">
              <a:solidFill>
                <a:srgbClr val="101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91" name="弧形 390">
              <a:extLst>
                <a:ext uri="{FF2B5EF4-FFF2-40B4-BE49-F238E27FC236}">
                  <a16:creationId xmlns:a16="http://schemas.microsoft.com/office/drawing/2014/main" id="{A65F7126-FE9C-40D9-82AD-FBC9E1B9211B}"/>
                </a:ext>
              </a:extLst>
            </p:cNvPr>
            <p:cNvSpPr/>
            <p:nvPr/>
          </p:nvSpPr>
          <p:spPr>
            <a:xfrm rot="17901657">
              <a:off x="20237147" y="33643441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9ECD491A-8474-4D4A-A3B2-97BD417E2ED8}"/>
              </a:ext>
            </a:extLst>
          </p:cNvPr>
          <p:cNvGrpSpPr/>
          <p:nvPr/>
        </p:nvGrpSpPr>
        <p:grpSpPr>
          <a:xfrm>
            <a:off x="9947779" y="20653987"/>
            <a:ext cx="5001241" cy="5947237"/>
            <a:chOff x="12433852" y="27425287"/>
            <a:chExt cx="5001240" cy="5947237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09588DDA-5FAB-4CD9-96EC-5EA4FC4934F7}"/>
                </a:ext>
              </a:extLst>
            </p:cNvPr>
            <p:cNvGrpSpPr/>
            <p:nvPr/>
          </p:nvGrpSpPr>
          <p:grpSpPr>
            <a:xfrm>
              <a:off x="13270459" y="28448567"/>
              <a:ext cx="3287506" cy="4923957"/>
              <a:chOff x="15557867" y="11812989"/>
              <a:chExt cx="4383768" cy="6869160"/>
            </a:xfrm>
          </p:grpSpPr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D28F1357-FB89-4C55-86E2-6FA8F45E39EA}"/>
                  </a:ext>
                </a:extLst>
              </p:cNvPr>
              <p:cNvSpPr/>
              <p:nvPr/>
            </p:nvSpPr>
            <p:spPr>
              <a:xfrm>
                <a:off x="15622035" y="11961247"/>
                <a:ext cx="4319600" cy="2646671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94" name="弧形 393">
                <a:extLst>
                  <a:ext uri="{FF2B5EF4-FFF2-40B4-BE49-F238E27FC236}">
                    <a16:creationId xmlns:a16="http://schemas.microsoft.com/office/drawing/2014/main" id="{A17B3D4B-2D31-4B88-AC2A-ED6AB7B6978D}"/>
                  </a:ext>
                </a:extLst>
              </p:cNvPr>
              <p:cNvSpPr/>
              <p:nvPr/>
            </p:nvSpPr>
            <p:spPr>
              <a:xfrm rot="17901657">
                <a:off x="15242998" y="13285486"/>
                <a:ext cx="4971175" cy="4341438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95" name="弧形 394">
                <a:extLst>
                  <a:ext uri="{FF2B5EF4-FFF2-40B4-BE49-F238E27FC236}">
                    <a16:creationId xmlns:a16="http://schemas.microsoft.com/office/drawing/2014/main" id="{40533117-50BA-4C0B-83FF-E21CEDBDF8CA}"/>
                  </a:ext>
                </a:extLst>
              </p:cNvPr>
              <p:cNvSpPr/>
              <p:nvPr/>
            </p:nvSpPr>
            <p:spPr>
              <a:xfrm rot="17872389">
                <a:off x="14675140" y="13352182"/>
                <a:ext cx="5856786" cy="400761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96" name="弧形 395">
                <a:extLst>
                  <a:ext uri="{FF2B5EF4-FFF2-40B4-BE49-F238E27FC236}">
                    <a16:creationId xmlns:a16="http://schemas.microsoft.com/office/drawing/2014/main" id="{2F1CE4D0-2CDC-48E9-919C-F99B54C4911E}"/>
                  </a:ext>
                </a:extLst>
              </p:cNvPr>
              <p:cNvSpPr/>
              <p:nvPr/>
            </p:nvSpPr>
            <p:spPr>
              <a:xfrm rot="17872389">
                <a:off x="14052520" y="13380072"/>
                <a:ext cx="6869160" cy="373499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n>
                    <a:solidFill>
                      <a:srgbClr val="FF0000"/>
                    </a:solidFill>
                  </a:ln>
                </a:endParaRPr>
              </a:p>
            </p:txBody>
          </p:sp>
        </p:grp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8C85EAE7-35B5-4012-8C95-6D0E4D2764B1}"/>
                </a:ext>
              </a:extLst>
            </p:cNvPr>
            <p:cNvSpPr txBox="1"/>
            <p:nvPr/>
          </p:nvSpPr>
          <p:spPr>
            <a:xfrm>
              <a:off x="12433852" y="27425287"/>
              <a:ext cx="5001240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Frequency Response</a:t>
              </a:r>
            </a:p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Under Different Magnitude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F67DE663-9BA3-4256-89EE-ED60848EDF42}"/>
              </a:ext>
            </a:extLst>
          </p:cNvPr>
          <p:cNvCxnSpPr>
            <a:cxnSpLocks/>
            <a:stCxn id="397" idx="0"/>
            <a:endCxn id="376" idx="3"/>
          </p:cNvCxnSpPr>
          <p:nvPr/>
        </p:nvCxnSpPr>
        <p:spPr>
          <a:xfrm flipV="1">
            <a:off x="12448400" y="16197842"/>
            <a:ext cx="8015" cy="4456144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E6A2E2BA-6FE6-4A4C-884E-E2BC51AED2B4}"/>
              </a:ext>
            </a:extLst>
          </p:cNvPr>
          <p:cNvCxnSpPr>
            <a:cxnSpLocks/>
          </p:cNvCxnSpPr>
          <p:nvPr/>
        </p:nvCxnSpPr>
        <p:spPr>
          <a:xfrm>
            <a:off x="21724058" y="24025884"/>
            <a:ext cx="3353323" cy="0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6EF417C9-2642-45F3-82EE-77077856B476}"/>
              </a:ext>
            </a:extLst>
          </p:cNvPr>
          <p:cNvCxnSpPr>
            <a:cxnSpLocks/>
          </p:cNvCxnSpPr>
          <p:nvPr/>
        </p:nvCxnSpPr>
        <p:spPr>
          <a:xfrm flipV="1">
            <a:off x="14661402" y="14451934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FC3A0309-8E68-4E23-B421-66856B638B5A}"/>
              </a:ext>
            </a:extLst>
          </p:cNvPr>
          <p:cNvGrpSpPr/>
          <p:nvPr/>
        </p:nvGrpSpPr>
        <p:grpSpPr>
          <a:xfrm>
            <a:off x="18048469" y="19269265"/>
            <a:ext cx="3239384" cy="1962296"/>
            <a:chOff x="20276362" y="29128449"/>
            <a:chExt cx="2624634" cy="1107556"/>
          </a:xfrm>
        </p:grpSpPr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3BC50F79-368B-4E7A-8590-476F7CB1FAFE}"/>
                </a:ext>
              </a:extLst>
            </p:cNvPr>
            <p:cNvSpPr/>
            <p:nvPr/>
          </p:nvSpPr>
          <p:spPr>
            <a:xfrm>
              <a:off x="20413228" y="29355104"/>
              <a:ext cx="2374182" cy="737410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01" name="任意多边形: 形状 400">
              <a:extLst>
                <a:ext uri="{FF2B5EF4-FFF2-40B4-BE49-F238E27FC236}">
                  <a16:creationId xmlns:a16="http://schemas.microsoft.com/office/drawing/2014/main" id="{0C58EB92-845C-4767-98FC-1E4BF654F5EF}"/>
                </a:ext>
              </a:extLst>
            </p:cNvPr>
            <p:cNvSpPr/>
            <p:nvPr/>
          </p:nvSpPr>
          <p:spPr>
            <a:xfrm>
              <a:off x="20429650" y="29400189"/>
              <a:ext cx="2374182" cy="518476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38105ADA-638C-400E-9503-8C21430E70D5}"/>
                </a:ext>
              </a:extLst>
            </p:cNvPr>
            <p:cNvSpPr/>
            <p:nvPr/>
          </p:nvSpPr>
          <p:spPr>
            <a:xfrm>
              <a:off x="20424000" y="29367535"/>
              <a:ext cx="2374182" cy="136212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09" name="矩形 408">
              <a:extLst>
                <a:ext uri="{FF2B5EF4-FFF2-40B4-BE49-F238E27FC236}">
                  <a16:creationId xmlns:a16="http://schemas.microsoft.com/office/drawing/2014/main" id="{C86E64DA-C02F-47DA-8993-F4351BF43512}"/>
                </a:ext>
              </a:extLst>
            </p:cNvPr>
            <p:cNvSpPr/>
            <p:nvPr/>
          </p:nvSpPr>
          <p:spPr>
            <a:xfrm>
              <a:off x="20276362" y="29128449"/>
              <a:ext cx="2624634" cy="1107556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A44C045C-A97A-44E4-B170-EB7D5A1A2FEC}"/>
              </a:ext>
            </a:extLst>
          </p:cNvPr>
          <p:cNvGrpSpPr/>
          <p:nvPr/>
        </p:nvGrpSpPr>
        <p:grpSpPr>
          <a:xfrm>
            <a:off x="12905823" y="11930430"/>
            <a:ext cx="8455183" cy="8858847"/>
            <a:chOff x="13508347" y="21406482"/>
            <a:chExt cx="11616136" cy="9504287"/>
          </a:xfrm>
        </p:grpSpPr>
        <p:sp>
          <p:nvSpPr>
            <p:cNvPr id="410" name="弧形 409">
              <a:extLst>
                <a:ext uri="{FF2B5EF4-FFF2-40B4-BE49-F238E27FC236}">
                  <a16:creationId xmlns:a16="http://schemas.microsoft.com/office/drawing/2014/main" id="{C674C263-BC40-45F6-BCD7-A28EDFA0E0D3}"/>
                </a:ext>
              </a:extLst>
            </p:cNvPr>
            <p:cNvSpPr/>
            <p:nvPr/>
          </p:nvSpPr>
          <p:spPr>
            <a:xfrm rot="21360324" flipH="1">
              <a:off x="16270439" y="21406482"/>
              <a:ext cx="8854044" cy="9000182"/>
            </a:xfrm>
            <a:prstGeom prst="arc">
              <a:avLst>
                <a:gd name="adj1" fmla="val 16542179"/>
                <a:gd name="adj2" fmla="val 5544754"/>
              </a:avLst>
            </a:prstGeom>
            <a:ln w="25400">
              <a:solidFill>
                <a:schemeClr val="accent2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11" name="弧形 410">
              <a:extLst>
                <a:ext uri="{FF2B5EF4-FFF2-40B4-BE49-F238E27FC236}">
                  <a16:creationId xmlns:a16="http://schemas.microsoft.com/office/drawing/2014/main" id="{1F43E48C-4F08-4FED-8DB7-2965E89D8A12}"/>
                </a:ext>
              </a:extLst>
            </p:cNvPr>
            <p:cNvSpPr/>
            <p:nvPr/>
          </p:nvSpPr>
          <p:spPr>
            <a:xfrm rot="21360324" flipH="1">
              <a:off x="16149691" y="23120069"/>
              <a:ext cx="8665341" cy="7550358"/>
            </a:xfrm>
            <a:prstGeom prst="arc">
              <a:avLst>
                <a:gd name="adj1" fmla="val 16554141"/>
                <a:gd name="adj2" fmla="val 5601864"/>
              </a:avLst>
            </a:prstGeom>
            <a:ln w="25400">
              <a:solidFill>
                <a:schemeClr val="accent1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2E75B6"/>
                  </a:solidFill>
                </a:ln>
              </a:endParaRPr>
            </a:p>
          </p:txBody>
        </p:sp>
        <p:sp>
          <p:nvSpPr>
            <p:cNvPr id="412" name="弧形 411">
              <a:extLst>
                <a:ext uri="{FF2B5EF4-FFF2-40B4-BE49-F238E27FC236}">
                  <a16:creationId xmlns:a16="http://schemas.microsoft.com/office/drawing/2014/main" id="{00311A36-6D5A-4E05-B15D-FA80B3DEED91}"/>
                </a:ext>
              </a:extLst>
            </p:cNvPr>
            <p:cNvSpPr/>
            <p:nvPr/>
          </p:nvSpPr>
          <p:spPr>
            <a:xfrm rot="21360324" flipH="1">
              <a:off x="16004433" y="25506331"/>
              <a:ext cx="8782499" cy="5404438"/>
            </a:xfrm>
            <a:prstGeom prst="arc">
              <a:avLst>
                <a:gd name="adj1" fmla="val 16532118"/>
                <a:gd name="adj2" fmla="val 5606322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13" name="文本框 412">
              <a:extLst>
                <a:ext uri="{FF2B5EF4-FFF2-40B4-BE49-F238E27FC236}">
                  <a16:creationId xmlns:a16="http://schemas.microsoft.com/office/drawing/2014/main" id="{75B457B3-2358-4000-B3D3-7A0A12EF19D3}"/>
                </a:ext>
              </a:extLst>
            </p:cNvPr>
            <p:cNvSpPr txBox="1"/>
            <p:nvPr/>
          </p:nvSpPr>
          <p:spPr>
            <a:xfrm>
              <a:off x="13508347" y="28643886"/>
              <a:ext cx="5561203" cy="115570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>
                  <a:solidFill>
                    <a:srgbClr val="FD7F7F"/>
                  </a:solidFill>
                </a:rPr>
                <a:t>Frequency Response</a:t>
              </a:r>
            </a:p>
            <a:p>
              <a:r>
                <a:rPr lang="en-US" altLang="zh-CN" dirty="0">
                  <a:solidFill>
                    <a:srgbClr val="FD7F7F"/>
                  </a:solidFill>
                </a:rPr>
                <a:t>“Snapshots” Injection</a:t>
              </a:r>
              <a:endParaRPr lang="zh-CN" altLang="en-US" dirty="0">
                <a:solidFill>
                  <a:srgbClr val="FD7F7F"/>
                </a:solidFill>
              </a:endParaRPr>
            </a:p>
          </p:txBody>
        </p:sp>
      </p:grpSp>
      <p:cxnSp>
        <p:nvCxnSpPr>
          <p:cNvPr id="414" name="直接箭头连接符 413">
            <a:extLst>
              <a:ext uri="{FF2B5EF4-FFF2-40B4-BE49-F238E27FC236}">
                <a16:creationId xmlns:a16="http://schemas.microsoft.com/office/drawing/2014/main" id="{4E8DCB2E-75DF-4A3C-AACA-AA61BB3FF0DA}"/>
              </a:ext>
            </a:extLst>
          </p:cNvPr>
          <p:cNvCxnSpPr>
            <a:cxnSpLocks/>
          </p:cNvCxnSpPr>
          <p:nvPr/>
        </p:nvCxnSpPr>
        <p:spPr>
          <a:xfrm flipH="1">
            <a:off x="14179874" y="22398824"/>
            <a:ext cx="804398" cy="283266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F2DD35C7-760E-4478-A866-2E0D8990CBD8}"/>
              </a:ext>
            </a:extLst>
          </p:cNvPr>
          <p:cNvCxnSpPr>
            <a:cxnSpLocks/>
          </p:cNvCxnSpPr>
          <p:nvPr/>
        </p:nvCxnSpPr>
        <p:spPr>
          <a:xfrm>
            <a:off x="17101785" y="22589333"/>
            <a:ext cx="959244" cy="1136865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文本框 425">
            <a:extLst>
              <a:ext uri="{FF2B5EF4-FFF2-40B4-BE49-F238E27FC236}">
                <a16:creationId xmlns:a16="http://schemas.microsoft.com/office/drawing/2014/main" id="{867B9F96-C067-4C6E-9FB6-E9BE43E2FAF2}"/>
              </a:ext>
            </a:extLst>
          </p:cNvPr>
          <p:cNvSpPr txBox="1"/>
          <p:nvPr/>
        </p:nvSpPr>
        <p:spPr>
          <a:xfrm>
            <a:off x="17069973" y="18503016"/>
            <a:ext cx="5095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Relative frequency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B6CA96B7-9707-4BC2-BB81-8B7F31C79A9D}"/>
                  </a:ext>
                </a:extLst>
              </p:cNvPr>
              <p:cNvSpPr txBox="1"/>
              <p:nvPr/>
            </p:nvSpPr>
            <p:spPr>
              <a:xfrm>
                <a:off x="11609882" y="22848028"/>
                <a:ext cx="106108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B6CA96B7-9707-4BC2-BB81-8B7F31C7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882" y="22848028"/>
                <a:ext cx="1061081" cy="698781"/>
              </a:xfrm>
              <a:prstGeom prst="rect">
                <a:avLst/>
              </a:prstGeom>
              <a:blipFill>
                <a:blip r:embed="rId61"/>
                <a:stretch>
                  <a:fillRect r="-5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658E0565-07AA-43DA-9A4D-D427B85FA272}"/>
                  </a:ext>
                </a:extLst>
              </p:cNvPr>
              <p:cNvSpPr txBox="1"/>
              <p:nvPr/>
            </p:nvSpPr>
            <p:spPr>
              <a:xfrm>
                <a:off x="18901090" y="24093778"/>
                <a:ext cx="1766289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𝒕𝒂𝒓𝒈𝒆𝒕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658E0565-07AA-43DA-9A4D-D427B85FA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1090" y="24093778"/>
                <a:ext cx="1766289" cy="698781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F5364F6-8463-4DE9-AC9D-DD68E0DBA76F}"/>
                  </a:ext>
                </a:extLst>
              </p:cNvPr>
              <p:cNvSpPr txBox="1"/>
              <p:nvPr/>
            </p:nvSpPr>
            <p:spPr>
              <a:xfrm>
                <a:off x="18309666" y="20470047"/>
                <a:ext cx="1444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𝒆𝒍𝒂𝒕𝒊𝒗𝒆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F5364F6-8463-4DE9-AC9D-DD68E0DBA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9666" y="20470047"/>
                <a:ext cx="1444000" cy="646331"/>
              </a:xfrm>
              <a:prstGeom prst="rect">
                <a:avLst/>
              </a:prstGeom>
              <a:blipFill>
                <a:blip r:embed="rId63"/>
                <a:stretch>
                  <a:fillRect r="-28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0B13093B-562D-4664-96A0-56343FA2409F}"/>
                  </a:ext>
                </a:extLst>
              </p:cNvPr>
              <p:cNvSpPr txBox="1"/>
              <p:nvPr/>
            </p:nvSpPr>
            <p:spPr>
              <a:xfrm>
                <a:off x="14610210" y="21373475"/>
                <a:ext cx="3090494" cy="1317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𝒕𝒂𝒓𝒈𝒆𝒕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𝒐𝒓𝒊𝒈𝒊𝒏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0B13093B-562D-4664-96A0-56343FA24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210" y="21373475"/>
                <a:ext cx="3090494" cy="1317605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93FDBD22-6BC7-45AA-B71D-08AB9E56FB45}"/>
                  </a:ext>
                </a:extLst>
              </p:cNvPr>
              <p:cNvSpPr txBox="1"/>
              <p:nvPr/>
            </p:nvSpPr>
            <p:spPr>
              <a:xfrm>
                <a:off x="15768842" y="3461848"/>
                <a:ext cx="106108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93FDBD22-6BC7-45AA-B71D-08AB9E56F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842" y="3461848"/>
                <a:ext cx="1061081" cy="698781"/>
              </a:xfrm>
              <a:prstGeom prst="rect">
                <a:avLst/>
              </a:prstGeom>
              <a:blipFill>
                <a:blip r:embed="rId65"/>
                <a:stretch>
                  <a:fillRect r="-5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D10F1D4E-2220-4C70-919C-A3DAF1194398}"/>
              </a:ext>
            </a:extLst>
          </p:cNvPr>
          <p:cNvCxnSpPr>
            <a:cxnSpLocks/>
          </p:cNvCxnSpPr>
          <p:nvPr/>
        </p:nvCxnSpPr>
        <p:spPr>
          <a:xfrm flipH="1">
            <a:off x="34399708" y="8068062"/>
            <a:ext cx="1179612" cy="111278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连接符: 肘形 437">
            <a:extLst>
              <a:ext uri="{FF2B5EF4-FFF2-40B4-BE49-F238E27FC236}">
                <a16:creationId xmlns:a16="http://schemas.microsoft.com/office/drawing/2014/main" id="{7C6F5B89-6439-40DB-A1A0-E0D7AABEDCD3}"/>
              </a:ext>
            </a:extLst>
          </p:cNvPr>
          <p:cNvCxnSpPr>
            <a:cxnSpLocks/>
            <a:stCxn id="332" idx="3"/>
          </p:cNvCxnSpPr>
          <p:nvPr/>
        </p:nvCxnSpPr>
        <p:spPr>
          <a:xfrm flipH="1" flipV="1">
            <a:off x="24196838" y="17073221"/>
            <a:ext cx="7568486" cy="1740236"/>
          </a:xfrm>
          <a:prstGeom prst="bentConnector3">
            <a:avLst>
              <a:gd name="adj1" fmla="val -1666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文本框 438">
            <a:extLst>
              <a:ext uri="{FF2B5EF4-FFF2-40B4-BE49-F238E27FC236}">
                <a16:creationId xmlns:a16="http://schemas.microsoft.com/office/drawing/2014/main" id="{54F05CC6-6FAE-4E55-9832-91678ABDB629}"/>
              </a:ext>
            </a:extLst>
          </p:cNvPr>
          <p:cNvSpPr txBox="1"/>
          <p:nvPr/>
        </p:nvSpPr>
        <p:spPr>
          <a:xfrm>
            <a:off x="25201729" y="17307870"/>
            <a:ext cx="39664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Backpropagation</a:t>
            </a:r>
            <a:endParaRPr lang="zh-CN" altLang="en-US" sz="40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40" name="直接箭头连接符 439">
            <a:extLst>
              <a:ext uri="{FF2B5EF4-FFF2-40B4-BE49-F238E27FC236}">
                <a16:creationId xmlns:a16="http://schemas.microsoft.com/office/drawing/2014/main" id="{0DB60FC7-B91C-4FAC-BE9E-A2262B446BA8}"/>
              </a:ext>
            </a:extLst>
          </p:cNvPr>
          <p:cNvCxnSpPr>
            <a:cxnSpLocks/>
          </p:cNvCxnSpPr>
          <p:nvPr/>
        </p:nvCxnSpPr>
        <p:spPr>
          <a:xfrm>
            <a:off x="5794847" y="6460839"/>
            <a:ext cx="1406036" cy="919342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直接箭头连接符 443">
            <a:extLst>
              <a:ext uri="{FF2B5EF4-FFF2-40B4-BE49-F238E27FC236}">
                <a16:creationId xmlns:a16="http://schemas.microsoft.com/office/drawing/2014/main" id="{129EB29C-5634-445D-A66B-4D809EC3D089}"/>
              </a:ext>
            </a:extLst>
          </p:cNvPr>
          <p:cNvCxnSpPr>
            <a:cxnSpLocks/>
          </p:cNvCxnSpPr>
          <p:nvPr/>
        </p:nvCxnSpPr>
        <p:spPr>
          <a:xfrm flipH="1">
            <a:off x="17201099" y="21269080"/>
            <a:ext cx="806535" cy="480470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流程图: 终止 454">
            <a:extLst>
              <a:ext uri="{FF2B5EF4-FFF2-40B4-BE49-F238E27FC236}">
                <a16:creationId xmlns:a16="http://schemas.microsoft.com/office/drawing/2014/main" id="{CA1D35FF-3813-4C02-A12C-A25068FD6DF1}"/>
              </a:ext>
            </a:extLst>
          </p:cNvPr>
          <p:cNvSpPr/>
          <p:nvPr/>
        </p:nvSpPr>
        <p:spPr>
          <a:xfrm>
            <a:off x="14984277" y="21316371"/>
            <a:ext cx="2200552" cy="1436129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2" name="直接箭头连接符 461">
            <a:extLst>
              <a:ext uri="{FF2B5EF4-FFF2-40B4-BE49-F238E27FC236}">
                <a16:creationId xmlns:a16="http://schemas.microsoft.com/office/drawing/2014/main" id="{7D78EB51-5F95-4839-A90F-65A6AD1BCB4E}"/>
              </a:ext>
            </a:extLst>
          </p:cNvPr>
          <p:cNvCxnSpPr>
            <a:cxnSpLocks/>
          </p:cNvCxnSpPr>
          <p:nvPr/>
        </p:nvCxnSpPr>
        <p:spPr>
          <a:xfrm flipH="1">
            <a:off x="31765329" y="19195873"/>
            <a:ext cx="263438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文本框 469">
            <a:extLst>
              <a:ext uri="{FF2B5EF4-FFF2-40B4-BE49-F238E27FC236}">
                <a16:creationId xmlns:a16="http://schemas.microsoft.com/office/drawing/2014/main" id="{93700CC7-942F-4505-905D-863383B17D6A}"/>
              </a:ext>
            </a:extLst>
          </p:cNvPr>
          <p:cNvSpPr txBox="1"/>
          <p:nvPr/>
        </p:nvSpPr>
        <p:spPr>
          <a:xfrm>
            <a:off x="18830485" y="8773624"/>
            <a:ext cx="13484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endParaRPr lang="zh-CN" altLang="en-US" sz="6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" name="文本框 470">
            <a:extLst>
              <a:ext uri="{FF2B5EF4-FFF2-40B4-BE49-F238E27FC236}">
                <a16:creationId xmlns:a16="http://schemas.microsoft.com/office/drawing/2014/main" id="{859CC14E-CC3A-4E5D-A632-9E3ECD621737}"/>
              </a:ext>
            </a:extLst>
          </p:cNvPr>
          <p:cNvSpPr txBox="1"/>
          <p:nvPr/>
        </p:nvSpPr>
        <p:spPr>
          <a:xfrm>
            <a:off x="18784547" y="25914760"/>
            <a:ext cx="13484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endParaRPr lang="zh-CN" altLang="en-US" sz="6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873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82FE-90E1-4C6D-D5B2-FEDC1433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组合 535">
            <a:extLst>
              <a:ext uri="{FF2B5EF4-FFF2-40B4-BE49-F238E27FC236}">
                <a16:creationId xmlns:a16="http://schemas.microsoft.com/office/drawing/2014/main" id="{88C4AA3C-F251-5256-65DD-CB6C8464D41E}"/>
              </a:ext>
            </a:extLst>
          </p:cNvPr>
          <p:cNvGrpSpPr/>
          <p:nvPr/>
        </p:nvGrpSpPr>
        <p:grpSpPr>
          <a:xfrm>
            <a:off x="14901874" y="2185918"/>
            <a:ext cx="3287507" cy="4923957"/>
            <a:chOff x="15557867" y="11812989"/>
            <a:chExt cx="4383768" cy="68691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A4901B-6167-4E3B-A9D7-47EFB8AE2E69}"/>
                </a:ext>
              </a:extLst>
            </p:cNvPr>
            <p:cNvSpPr/>
            <p:nvPr/>
          </p:nvSpPr>
          <p:spPr>
            <a:xfrm>
              <a:off x="15622035" y="11961247"/>
              <a:ext cx="4319600" cy="2646671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F7828839-2949-4B19-9F9C-F2D82E790708}"/>
                </a:ext>
              </a:extLst>
            </p:cNvPr>
            <p:cNvSpPr/>
            <p:nvPr/>
          </p:nvSpPr>
          <p:spPr>
            <a:xfrm rot="17901657">
              <a:off x="15242998" y="13285486"/>
              <a:ext cx="4971175" cy="4341438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54" name="弧形 153">
              <a:extLst>
                <a:ext uri="{FF2B5EF4-FFF2-40B4-BE49-F238E27FC236}">
                  <a16:creationId xmlns:a16="http://schemas.microsoft.com/office/drawing/2014/main" id="{597C09CC-8B03-469C-B120-52D4A8708FC5}"/>
                </a:ext>
              </a:extLst>
            </p:cNvPr>
            <p:cNvSpPr/>
            <p:nvPr/>
          </p:nvSpPr>
          <p:spPr>
            <a:xfrm rot="17872389">
              <a:off x="14675140" y="13352182"/>
              <a:ext cx="5856786" cy="4007613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55" name="弧形 154">
              <a:extLst>
                <a:ext uri="{FF2B5EF4-FFF2-40B4-BE49-F238E27FC236}">
                  <a16:creationId xmlns:a16="http://schemas.microsoft.com/office/drawing/2014/main" id="{0E6B78B9-BC6F-48A7-A655-225577E6B188}"/>
                </a:ext>
              </a:extLst>
            </p:cNvPr>
            <p:cNvSpPr/>
            <p:nvPr/>
          </p:nvSpPr>
          <p:spPr>
            <a:xfrm rot="17872389">
              <a:off x="14052520" y="13380072"/>
              <a:ext cx="6869160" cy="3734993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</p:grpSp>
      <p:pic>
        <p:nvPicPr>
          <p:cNvPr id="158" name="图片 157">
            <a:extLst>
              <a:ext uri="{FF2B5EF4-FFF2-40B4-BE49-F238E27FC236}">
                <a16:creationId xmlns:a16="http://schemas.microsoft.com/office/drawing/2014/main" id="{10E7D231-4221-4238-95D0-B95ED5D28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867" y="5433196"/>
            <a:ext cx="2505889" cy="2347711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41555FC0-FC1E-4B59-A5D7-4428F05A1A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599" y="-575820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EAEC081E-188B-40A4-91B2-F32587818B62}"/>
              </a:ext>
            </a:extLst>
          </p:cNvPr>
          <p:cNvGrpSpPr/>
          <p:nvPr/>
        </p:nvGrpSpPr>
        <p:grpSpPr>
          <a:xfrm>
            <a:off x="22495332" y="3326430"/>
            <a:ext cx="3699424" cy="5219648"/>
            <a:chOff x="31058053" y="2720291"/>
            <a:chExt cx="4128984" cy="2201925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0DA123DE-F42B-4987-A0B6-DDBA0AE7D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01541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076BA001-1A56-4FBE-A605-F8BB1741C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58053" y="3927857"/>
              <a:ext cx="4128984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25FEBD3-D11B-4F55-A772-0A9CDD3F2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7" y="4635009"/>
              <a:ext cx="4115729" cy="28720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E547D5F-A359-44D7-B0A7-E05D2C57E9F6}"/>
              </a:ext>
            </a:extLst>
          </p:cNvPr>
          <p:cNvSpPr txBox="1"/>
          <p:nvPr/>
        </p:nvSpPr>
        <p:spPr>
          <a:xfrm>
            <a:off x="14065270" y="1162631"/>
            <a:ext cx="50012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Frequency Response</a:t>
            </a:r>
          </a:p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Under Different Magnitude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弧形 160">
            <a:extLst>
              <a:ext uri="{FF2B5EF4-FFF2-40B4-BE49-F238E27FC236}">
                <a16:creationId xmlns:a16="http://schemas.microsoft.com/office/drawing/2014/main" id="{2D5AE6F8-EC0F-4C34-A0FE-F55D5511E621}"/>
              </a:ext>
            </a:extLst>
          </p:cNvPr>
          <p:cNvSpPr/>
          <p:nvPr/>
        </p:nvSpPr>
        <p:spPr>
          <a:xfrm rot="21360324" flipH="1">
            <a:off x="10862772" y="-5750131"/>
            <a:ext cx="8854043" cy="8678998"/>
          </a:xfrm>
          <a:prstGeom prst="arc">
            <a:avLst>
              <a:gd name="adj1" fmla="val 16881842"/>
              <a:gd name="adj2" fmla="val 5544754"/>
            </a:avLst>
          </a:prstGeom>
          <a:ln w="25400">
            <a:solidFill>
              <a:schemeClr val="accent2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n>
                <a:solidFill>
                  <a:srgbClr val="FF0000"/>
                </a:solidFill>
              </a:ln>
            </a:endParaRPr>
          </a:p>
        </p:txBody>
      </p: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F815375F-F700-44CE-9B4A-FDAA9B785552}"/>
              </a:ext>
            </a:extLst>
          </p:cNvPr>
          <p:cNvGrpSpPr/>
          <p:nvPr/>
        </p:nvGrpSpPr>
        <p:grpSpPr>
          <a:xfrm>
            <a:off x="2550130" y="-7356359"/>
            <a:ext cx="5558508" cy="5324957"/>
            <a:chOff x="6561862" y="2090795"/>
            <a:chExt cx="5558507" cy="5324957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0647840-F3C3-6F32-0788-56ED0EBC02B6}"/>
                </a:ext>
              </a:extLst>
            </p:cNvPr>
            <p:cNvSpPr/>
            <p:nvPr/>
          </p:nvSpPr>
          <p:spPr>
            <a:xfrm>
              <a:off x="7986016" y="5906327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D6FF2A5C-ABE9-1D0A-DF62-A11AC1D642EC}"/>
                    </a:ext>
                  </a:extLst>
                </p:cNvPr>
                <p:cNvSpPr txBox="1"/>
                <p:nvPr/>
              </p:nvSpPr>
              <p:spPr>
                <a:xfrm>
                  <a:off x="7753445" y="5983226"/>
                  <a:ext cx="5981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D6FF2A5C-ABE9-1D0A-DF62-A11AC1D64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3445" y="5983226"/>
                  <a:ext cx="598176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B21E8583-DC6F-1AA8-7C54-CDD3800AD779}"/>
                </a:ext>
              </a:extLst>
            </p:cNvPr>
            <p:cNvSpPr/>
            <p:nvPr/>
          </p:nvSpPr>
          <p:spPr>
            <a:xfrm>
              <a:off x="9229658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97EC903-18E4-12B3-38A2-8E20A44AFD59}"/>
                    </a:ext>
                  </a:extLst>
                </p:cNvPr>
                <p:cNvSpPr txBox="1"/>
                <p:nvPr/>
              </p:nvSpPr>
              <p:spPr>
                <a:xfrm>
                  <a:off x="8997090" y="5933238"/>
                  <a:ext cx="89633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97EC903-18E4-12B3-38A2-8E20A44AF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090" y="5933238"/>
                  <a:ext cx="896335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B5693AB6-DE8A-D39F-B1F1-8855943C6610}"/>
                </a:ext>
              </a:extLst>
            </p:cNvPr>
            <p:cNvSpPr/>
            <p:nvPr/>
          </p:nvSpPr>
          <p:spPr>
            <a:xfrm>
              <a:off x="10475652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C244A3-A8D7-2BB2-AFF5-923C6B8D511F}"/>
                    </a:ext>
                  </a:extLst>
                </p:cNvPr>
                <p:cNvSpPr txBox="1"/>
                <p:nvPr/>
              </p:nvSpPr>
              <p:spPr>
                <a:xfrm>
                  <a:off x="10243083" y="5933238"/>
                  <a:ext cx="89633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C244A3-A8D7-2BB2-AFF5-923C6B8D5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083" y="5933238"/>
                  <a:ext cx="89633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C3E3E59B-6359-5948-6B2B-86F0F2225848}"/>
                </a:ext>
              </a:extLst>
            </p:cNvPr>
            <p:cNvSpPr/>
            <p:nvPr/>
          </p:nvSpPr>
          <p:spPr>
            <a:xfrm>
              <a:off x="8708043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03321763-6D72-8AD3-25A3-ED0BEA1C2F4A}"/>
                    </a:ext>
                  </a:extLst>
                </p:cNvPr>
                <p:cNvSpPr txBox="1"/>
                <p:nvPr/>
              </p:nvSpPr>
              <p:spPr>
                <a:xfrm>
                  <a:off x="7617328" y="4292828"/>
                  <a:ext cx="9027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03321763-6D72-8AD3-25A3-ED0BEA1C2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28" y="4292828"/>
                  <a:ext cx="902748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238C9D02-CA8E-EC30-ECF0-DE4CB1DC45CE}"/>
                </a:ext>
              </a:extLst>
            </p:cNvPr>
            <p:cNvSpPr/>
            <p:nvPr/>
          </p:nvSpPr>
          <p:spPr>
            <a:xfrm>
              <a:off x="9649427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67473E7A-179B-51AB-53C5-FD2E82AC1705}"/>
                    </a:ext>
                  </a:extLst>
                </p:cNvPr>
                <p:cNvSpPr txBox="1"/>
                <p:nvPr/>
              </p:nvSpPr>
              <p:spPr>
                <a:xfrm>
                  <a:off x="9773918" y="4272127"/>
                  <a:ext cx="9027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67473E7A-179B-51AB-53C5-FD2E82AC1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18" y="4272127"/>
                  <a:ext cx="902748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5B8A0274-2D57-723B-5599-B26ABA75AA42}"/>
                </a:ext>
              </a:extLst>
            </p:cNvPr>
            <p:cNvCxnSpPr>
              <a:cxnSpLocks/>
              <a:stCxn id="152" idx="7"/>
            </p:cNvCxnSpPr>
            <p:nvPr/>
          </p:nvCxnSpPr>
          <p:spPr>
            <a:xfrm flipV="1">
              <a:off x="8150299" y="4751460"/>
              <a:ext cx="605223" cy="118305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1F063D6D-C515-CA41-81DA-F3B9C4AE9B42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H="1" flipV="1">
              <a:off x="8856770" y="4796459"/>
              <a:ext cx="469124" cy="105988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8A09F63-15BA-A1AA-028A-749B7E46A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052" y="4751460"/>
              <a:ext cx="1628950" cy="129221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A866363-85C9-D656-28BC-B0BFA716157F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9325893" y="4788534"/>
              <a:ext cx="386752" cy="106780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70B99A4A-F80F-BD64-AF7F-13594351271E}"/>
                </a:ext>
              </a:extLst>
            </p:cNvPr>
            <p:cNvCxnSpPr>
              <a:cxnSpLocks/>
              <a:stCxn id="148" idx="1"/>
            </p:cNvCxnSpPr>
            <p:nvPr/>
          </p:nvCxnSpPr>
          <p:spPr>
            <a:xfrm flipH="1" flipV="1">
              <a:off x="9757430" y="4746471"/>
              <a:ext cx="746408" cy="11380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/>
                <p:nvPr/>
              </p:nvSpPr>
              <p:spPr>
                <a:xfrm>
                  <a:off x="8910372" y="3553273"/>
                  <a:ext cx="6045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B6F1E95-BA25-4641-73D6-3CA102A7A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0372" y="3553273"/>
                  <a:ext cx="604588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B2111F88-8C59-5B3F-39D1-52A7BC933C57}"/>
                </a:ext>
              </a:extLst>
            </p:cNvPr>
            <p:cNvSpPr/>
            <p:nvPr/>
          </p:nvSpPr>
          <p:spPr>
            <a:xfrm>
              <a:off x="9180605" y="4287816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17527CF5-0904-79A3-63D2-E3AEF654725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V="1">
              <a:off x="8136786" y="4480286"/>
              <a:ext cx="1140055" cy="149739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88C6E52-CA2C-860D-7C30-E77835836E8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53783" cy="150294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AD6A0A9A-36F2-6217-719E-580C7CDB8ED1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1283278" cy="147228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95806EB8-4284-8307-67A9-1DDDA52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7097" y="4452101"/>
              <a:ext cx="401694" cy="29437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843515DB-69C0-D2E1-AE64-A106E7EC443E}"/>
                </a:ext>
              </a:extLst>
            </p:cNvPr>
            <p:cNvCxnSpPr>
              <a:cxnSpLocks/>
              <a:endCxn id="118" idx="5"/>
            </p:cNvCxnSpPr>
            <p:nvPr/>
          </p:nvCxnSpPr>
          <p:spPr>
            <a:xfrm flipH="1" flipV="1">
              <a:off x="9344889" y="4452099"/>
              <a:ext cx="429032" cy="29437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C73999D1-84E3-84CD-7CB8-345FE2D4A1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3644" y="4762709"/>
              <a:ext cx="1686474" cy="11705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2D31942A-77E8-2DFE-3470-D55F91DE9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771" y="4706461"/>
              <a:ext cx="944979" cy="112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F052191F-76DE-B5F2-980B-DB5F25DCD2E9}"/>
                </a:ext>
              </a:extLst>
            </p:cNvPr>
            <p:cNvSpPr/>
            <p:nvPr/>
          </p:nvSpPr>
          <p:spPr>
            <a:xfrm>
              <a:off x="7231093" y="3305885"/>
              <a:ext cx="4174454" cy="410986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77239189-555E-41BB-8C02-71D772B75847}"/>
                </a:ext>
              </a:extLst>
            </p:cNvPr>
            <p:cNvSpPr txBox="1"/>
            <p:nvPr/>
          </p:nvSpPr>
          <p:spPr>
            <a:xfrm>
              <a:off x="6561862" y="2090795"/>
              <a:ext cx="555850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Frequency Response Informed</a:t>
              </a:r>
            </a:p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RNN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95D09842-E20D-4477-BFD2-68EA757D25C9}"/>
              </a:ext>
            </a:extLst>
          </p:cNvPr>
          <p:cNvGrpSpPr/>
          <p:nvPr/>
        </p:nvGrpSpPr>
        <p:grpSpPr>
          <a:xfrm>
            <a:off x="26276454" y="-7952835"/>
            <a:ext cx="8588184" cy="4032913"/>
            <a:chOff x="2467489" y="8411665"/>
            <a:chExt cx="8259383" cy="4170965"/>
          </a:xfrm>
        </p:grpSpPr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E362ED12-47A0-464C-B9E9-A5727453B81F}"/>
                </a:ext>
              </a:extLst>
            </p:cNvPr>
            <p:cNvCxnSpPr>
              <a:cxnSpLocks/>
              <a:stCxn id="31" idx="3"/>
              <a:endCxn id="45" idx="1"/>
            </p:cNvCxnSpPr>
            <p:nvPr/>
          </p:nvCxnSpPr>
          <p:spPr>
            <a:xfrm flipV="1">
              <a:off x="5793785" y="10730301"/>
              <a:ext cx="713940" cy="3497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F2D30F7-0EA6-06BD-FB9D-B2425FEC82AF}"/>
                </a:ext>
              </a:extLst>
            </p:cNvPr>
            <p:cNvSpPr txBox="1"/>
            <p:nvPr/>
          </p:nvSpPr>
          <p:spPr>
            <a:xfrm>
              <a:off x="4574750" y="11493060"/>
              <a:ext cx="177658" cy="477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89A8C68-D111-4271-E29A-F7ACA3F2030C}"/>
                </a:ext>
              </a:extLst>
            </p:cNvPr>
            <p:cNvSpPr/>
            <p:nvPr/>
          </p:nvSpPr>
          <p:spPr>
            <a:xfrm>
              <a:off x="3328123" y="9969609"/>
              <a:ext cx="2465662" cy="159133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6C3BE9F-FDA8-EA88-5EBF-9E4E2697A0EE}"/>
                </a:ext>
              </a:extLst>
            </p:cNvPr>
            <p:cNvSpPr/>
            <p:nvPr/>
          </p:nvSpPr>
          <p:spPr>
            <a:xfrm>
              <a:off x="3514132" y="10162689"/>
              <a:ext cx="2217241" cy="1205171"/>
            </a:xfrm>
            <a:custGeom>
              <a:avLst/>
              <a:gdLst>
                <a:gd name="connsiteX0" fmla="*/ 0 w 2026920"/>
                <a:gd name="connsiteY0" fmla="*/ 899160 h 1181100"/>
                <a:gd name="connsiteX1" fmla="*/ 320040 w 2026920"/>
                <a:gd name="connsiteY1" fmla="*/ 1112520 h 1181100"/>
                <a:gd name="connsiteX2" fmla="*/ 746760 w 2026920"/>
                <a:gd name="connsiteY2" fmla="*/ 1181100 h 1181100"/>
                <a:gd name="connsiteX3" fmla="*/ 1219200 w 2026920"/>
                <a:gd name="connsiteY3" fmla="*/ 998220 h 1181100"/>
                <a:gd name="connsiteX4" fmla="*/ 1546860 w 2026920"/>
                <a:gd name="connsiteY4" fmla="*/ 480060 h 1181100"/>
                <a:gd name="connsiteX5" fmla="*/ 2026920 w 2026920"/>
                <a:gd name="connsiteY5" fmla="*/ 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920" h="1181100">
                  <a:moveTo>
                    <a:pt x="0" y="899160"/>
                  </a:moveTo>
                  <a:lnTo>
                    <a:pt x="320040" y="1112520"/>
                  </a:lnTo>
                  <a:lnTo>
                    <a:pt x="746760" y="1181100"/>
                  </a:lnTo>
                  <a:lnTo>
                    <a:pt x="1219200" y="998220"/>
                  </a:lnTo>
                  <a:lnTo>
                    <a:pt x="1546860" y="480060"/>
                  </a:lnTo>
                  <a:lnTo>
                    <a:pt x="20269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45" name="流程图: 终止 44">
              <a:extLst>
                <a:ext uri="{FF2B5EF4-FFF2-40B4-BE49-F238E27FC236}">
                  <a16:creationId xmlns:a16="http://schemas.microsoft.com/office/drawing/2014/main" id="{8A1BC523-94A2-41A2-951D-533009A6972E}"/>
                </a:ext>
              </a:extLst>
            </p:cNvPr>
            <p:cNvSpPr/>
            <p:nvPr/>
          </p:nvSpPr>
          <p:spPr>
            <a:xfrm>
              <a:off x="6507725" y="9891833"/>
              <a:ext cx="3670401" cy="1676936"/>
            </a:xfrm>
            <a:prstGeom prst="flowChartTerminator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28DF2208-F569-49D7-AF5B-9AFE3155E351}"/>
                </a:ext>
              </a:extLst>
            </p:cNvPr>
            <p:cNvSpPr txBox="1"/>
            <p:nvPr/>
          </p:nvSpPr>
          <p:spPr>
            <a:xfrm>
              <a:off x="2467489" y="8411665"/>
              <a:ext cx="8259383" cy="6047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3200" b="1" dirty="0"/>
                <a:t>Physics-Informed Kolmogorov-Arnold Network</a:t>
              </a:r>
              <a:endParaRPr lang="zh-CN" altLang="en-US" sz="3200" b="1" dirty="0"/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C5D5CAC2-9CF6-421A-A5CF-B113AE0141FF}"/>
                </a:ext>
              </a:extLst>
            </p:cNvPr>
            <p:cNvSpPr/>
            <p:nvPr/>
          </p:nvSpPr>
          <p:spPr>
            <a:xfrm>
              <a:off x="2725312" y="9054528"/>
              <a:ext cx="7739417" cy="3528102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5B4E46E1-D916-436B-8E0E-63D890EFC9A8}"/>
                </a:ext>
              </a:extLst>
            </p:cNvPr>
            <p:cNvSpPr/>
            <p:nvPr/>
          </p:nvSpPr>
          <p:spPr>
            <a:xfrm>
              <a:off x="3015530" y="9210120"/>
              <a:ext cx="3052201" cy="314896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58D18D3-E5AF-4E3F-9002-E37CFF7C76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41334" y="10228290"/>
              <a:ext cx="2513072" cy="453878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93E662F-EA90-47BF-A37C-FD16BB27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7007" y="11015498"/>
              <a:ext cx="792512" cy="307385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  <p:pic>
          <p:nvPicPr>
            <p:cNvPr id="171" name="图片 170">
              <a:extLst>
                <a:ext uri="{FF2B5EF4-FFF2-40B4-BE49-F238E27FC236}">
                  <a16:creationId xmlns:a16="http://schemas.microsoft.com/office/drawing/2014/main" id="{37EE346D-C0B7-4848-AA41-C10ACEBDBE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22395" y="10983762"/>
              <a:ext cx="1456082" cy="381897"/>
            </a:xfrm>
            <a:prstGeom prst="rect">
              <a:avLst/>
            </a:prstGeom>
            <a:noFill/>
            <a:ln w="25400">
              <a:noFill/>
              <a:prstDash val="dash"/>
            </a:ln>
          </p:spPr>
        </p:pic>
      </p:grpSp>
      <p:grpSp>
        <p:nvGrpSpPr>
          <p:cNvPr id="419" name="组合 418">
            <a:extLst>
              <a:ext uri="{FF2B5EF4-FFF2-40B4-BE49-F238E27FC236}">
                <a16:creationId xmlns:a16="http://schemas.microsoft.com/office/drawing/2014/main" id="{8D152A09-7EBD-4225-84B5-83D54BF90CF5}"/>
              </a:ext>
            </a:extLst>
          </p:cNvPr>
          <p:cNvGrpSpPr/>
          <p:nvPr/>
        </p:nvGrpSpPr>
        <p:grpSpPr>
          <a:xfrm>
            <a:off x="12685409" y="-7462808"/>
            <a:ext cx="8510891" cy="7686301"/>
            <a:chOff x="17628967" y="1768097"/>
            <a:chExt cx="8510889" cy="7686302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D49FF0EC-5765-BD82-57D9-476FE047E6F6}"/>
                </a:ext>
              </a:extLst>
            </p:cNvPr>
            <p:cNvCxnSpPr>
              <a:cxnSpLocks/>
              <a:stCxn id="316" idx="1"/>
              <a:endCxn id="130" idx="0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883CF980-28A7-1BD3-A2D1-3E6D38EAEEA3}"/>
                </a:ext>
              </a:extLst>
            </p:cNvPr>
            <p:cNvCxnSpPr>
              <a:cxnSpLocks/>
              <a:stCxn id="134" idx="4"/>
              <a:endCxn id="343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6B47FB6-C982-DB64-6088-2CE54799A2B0}"/>
                </a:ext>
              </a:extLst>
            </p:cNvPr>
            <p:cNvCxnSpPr>
              <a:cxnSpLocks/>
              <a:stCxn id="346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CC7D2664-E00A-8D82-E6EC-755BC57C4661}"/>
                    </a:ext>
                  </a:extLst>
                </p:cNvPr>
                <p:cNvSpPr txBox="1"/>
                <p:nvPr/>
              </p:nvSpPr>
              <p:spPr>
                <a:xfrm rot="5400000">
                  <a:off x="19686369" y="5760812"/>
                  <a:ext cx="9389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CC7D2664-E00A-8D82-E6EC-755BC57C4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69" y="5760812"/>
                  <a:ext cx="938926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F3B2617-4DB1-A52A-41E0-B6E229A7D7AF}"/>
                </a:ext>
              </a:extLst>
            </p:cNvPr>
            <p:cNvCxnSpPr>
              <a:cxnSpLocks/>
              <a:stCxn id="134" idx="4"/>
              <a:endCxn id="322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D2E4C18-E223-3999-3B52-219619DE2676}"/>
                </a:ext>
              </a:extLst>
            </p:cNvPr>
            <p:cNvCxnSpPr>
              <a:cxnSpLocks/>
              <a:stCxn id="339" idx="3"/>
              <a:endCxn id="310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463A49A3-4684-282A-1177-D2417B5427A7}"/>
                </a:ext>
              </a:extLst>
            </p:cNvPr>
            <p:cNvCxnSpPr>
              <a:cxnSpLocks/>
              <a:stCxn id="310" idx="1"/>
              <a:endCxn id="130" idx="0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DD6A07C5-7C89-C01C-573E-1A9729623B67}"/>
                </a:ext>
              </a:extLst>
            </p:cNvPr>
            <p:cNvCxnSpPr>
              <a:cxnSpLocks/>
              <a:stCxn id="314" idx="1"/>
              <a:endCxn id="130" idx="0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CBCEF93C-8D8B-11F4-D2BC-7EBACED9EC17}"/>
                </a:ext>
              </a:extLst>
            </p:cNvPr>
            <p:cNvCxnSpPr>
              <a:cxnSpLocks/>
              <a:stCxn id="134" idx="4"/>
              <a:endCxn id="336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39B3469B-B573-F927-C8E2-9D5F1EDFC734}"/>
                </a:ext>
              </a:extLst>
            </p:cNvPr>
            <p:cNvCxnSpPr>
              <a:cxnSpLocks/>
              <a:stCxn id="326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89960AB-6C77-7434-2AEA-7FC963D993EE}"/>
                    </a:ext>
                  </a:extLst>
                </p:cNvPr>
                <p:cNvSpPr txBox="1"/>
                <p:nvPr/>
              </p:nvSpPr>
              <p:spPr>
                <a:xfrm>
                  <a:off x="19846243" y="5202571"/>
                  <a:ext cx="8467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89960AB-6C77-7434-2AEA-7FC963D99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6243" y="5202571"/>
                  <a:ext cx="846746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A924FAEB-3786-F922-E0EE-23497E003A25}"/>
                    </a:ext>
                  </a:extLst>
                </p:cNvPr>
                <p:cNvSpPr txBox="1"/>
                <p:nvPr/>
              </p:nvSpPr>
              <p:spPr>
                <a:xfrm>
                  <a:off x="20030137" y="7507392"/>
                  <a:ext cx="8498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A924FAEB-3786-F922-E0EE-23497E003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137" y="7507392"/>
                  <a:ext cx="849848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223A899-B501-2DBE-26B9-5C120E83CEFD}"/>
                    </a:ext>
                  </a:extLst>
                </p:cNvPr>
                <p:cNvSpPr txBox="1"/>
                <p:nvPr/>
              </p:nvSpPr>
              <p:spPr>
                <a:xfrm>
                  <a:off x="20127232" y="8992734"/>
                  <a:ext cx="5516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223A899-B501-2DBE-26B9-5C120E83C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7232" y="8992734"/>
                  <a:ext cx="551689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AC816A7-2837-97A0-D329-FAE875622AB3}"/>
                    </a:ext>
                  </a:extLst>
                </p:cNvPr>
                <p:cNvSpPr txBox="1"/>
                <p:nvPr/>
              </p:nvSpPr>
              <p:spPr>
                <a:xfrm rot="5400000">
                  <a:off x="20935019" y="5739032"/>
                  <a:ext cx="91917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AC816A7-2837-97A0-D329-FAE875622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9" y="5739032"/>
                  <a:ext cx="919174" cy="5847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/>
                <p:nvPr/>
              </p:nvSpPr>
              <p:spPr>
                <a:xfrm rot="153615">
                  <a:off x="17660792" y="5886463"/>
                  <a:ext cx="87280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E3A926AD-B117-9904-8148-AE88AEE8D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60792" y="5886463"/>
                  <a:ext cx="872803" cy="70788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094EFC75-340D-D54F-95B9-28BB0B7D404B}"/>
                </a:ext>
              </a:extLst>
            </p:cNvPr>
            <p:cNvSpPr/>
            <p:nvPr/>
          </p:nvSpPr>
          <p:spPr>
            <a:xfrm rot="5400000">
              <a:off x="18216574" y="5721590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9EF9E231-B6F3-D479-50D9-0ADA8AA21065}"/>
                </a:ext>
              </a:extLst>
            </p:cNvPr>
            <p:cNvCxnSpPr>
              <a:cxnSpLocks/>
              <a:stCxn id="165" idx="1"/>
              <a:endCxn id="130" idx="0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/>
                <p:nvPr/>
              </p:nvSpPr>
              <p:spPr>
                <a:xfrm>
                  <a:off x="25257435" y="5792883"/>
                  <a:ext cx="88242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C951FEF8-3C6C-EAA0-1779-811B3CA71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7435" y="5792883"/>
                  <a:ext cx="882421" cy="70788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5432C79B-DD1E-4F66-7069-7DE66FCCC00B}"/>
                </a:ext>
              </a:extLst>
            </p:cNvPr>
            <p:cNvSpPr/>
            <p:nvPr/>
          </p:nvSpPr>
          <p:spPr>
            <a:xfrm rot="5400000">
              <a:off x="25424246" y="5732084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3721ED2C-1158-95F7-5157-E9FB921E7CA5}"/>
                </a:ext>
              </a:extLst>
            </p:cNvPr>
            <p:cNvCxnSpPr>
              <a:cxnSpLocks/>
              <a:stCxn id="134" idx="4"/>
              <a:endCxn id="333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6BF168D1-7E3F-29CA-FBFF-1E0A9769664A}"/>
                </a:ext>
              </a:extLst>
            </p:cNvPr>
            <p:cNvCxnSpPr>
              <a:cxnSpLocks/>
              <a:stCxn id="309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/>
                <p:nvPr/>
              </p:nvSpPr>
              <p:spPr>
                <a:xfrm>
                  <a:off x="20005977" y="3492279"/>
                  <a:ext cx="6029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699D6AF7-A49C-D0EA-8E6C-FD17F2426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5977" y="3492279"/>
                  <a:ext cx="602986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5" name="图片 164">
              <a:extLst>
                <a:ext uri="{FF2B5EF4-FFF2-40B4-BE49-F238E27FC236}">
                  <a16:creationId xmlns:a16="http://schemas.microsoft.com/office/drawing/2014/main" id="{38B7CC38-E905-483A-906C-0202DCF4BB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E965296-2FD5-B65E-F42E-E0683FAA06B8}"/>
                </a:ext>
              </a:extLst>
            </p:cNvPr>
            <p:cNvSpPr/>
            <p:nvPr/>
          </p:nvSpPr>
          <p:spPr>
            <a:xfrm rot="5400000">
              <a:off x="22621403" y="2642793"/>
              <a:ext cx="1286695" cy="131824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4C3C303-67FE-4F7D-A0C2-E9483D0599F4}"/>
                </a:ext>
              </a:extLst>
            </p:cNvPr>
            <p:cNvSpPr/>
            <p:nvPr/>
          </p:nvSpPr>
          <p:spPr>
            <a:xfrm rot="5400000">
              <a:off x="18338803" y="1729177"/>
              <a:ext cx="6995324" cy="8414996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927587F4-4F83-4FF1-8AFF-969AE21A5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0475535E-01BF-4FFB-A3E9-FFF878F979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29E4D5CD-A44E-42E2-A9DD-7B8079D7EC4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8EC613B8-B58F-42FB-80FA-01CF320F1D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A6F8D6E0-AA08-4CEC-9C6E-DE2ABB73160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60D61448-2845-4B99-A777-A8CC4439C04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EC8D87C8-3E6D-4DD0-8F34-5145CC3728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C7C051B5-CB4F-4D6A-84EE-026FD3C34C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75DDBF74-642E-41CB-B2A4-23CAEE12EF2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778339CF-360A-4BC2-B9E8-7CF2FE69337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FA3EA04B-8BA6-4CDF-8CFF-E39886C6D90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D808738F-2513-4B87-9873-783CD62621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C344C8FC-37E3-4AA7-A43D-D03DAE3366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106FF5BC-3F13-46E5-9923-5061FD41FB1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E0AD4771-1DC7-448A-996D-48EB963EDFD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BDFA97C4-2BAB-4A63-8F03-2A8B0E1796B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6E4B42AD-D118-4D1B-B306-E90CEA347C13}"/>
                </a:ext>
              </a:extLst>
            </p:cNvPr>
            <p:cNvSpPr txBox="1"/>
            <p:nvPr/>
          </p:nvSpPr>
          <p:spPr>
            <a:xfrm>
              <a:off x="20741544" y="1768097"/>
              <a:ext cx="2207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FRIKAN</a:t>
              </a:r>
              <a:endPara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10" name="图片 309">
              <a:extLst>
                <a:ext uri="{FF2B5EF4-FFF2-40B4-BE49-F238E27FC236}">
                  <a16:creationId xmlns:a16="http://schemas.microsoft.com/office/drawing/2014/main" id="{B892C84A-2802-4B91-B272-449A23730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314" name="图片 313">
              <a:extLst>
                <a:ext uri="{FF2B5EF4-FFF2-40B4-BE49-F238E27FC236}">
                  <a16:creationId xmlns:a16="http://schemas.microsoft.com/office/drawing/2014/main" id="{843BCB4D-322D-4B3E-9373-89FE30E18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316" name="图片 315">
              <a:extLst>
                <a:ext uri="{FF2B5EF4-FFF2-40B4-BE49-F238E27FC236}">
                  <a16:creationId xmlns:a16="http://schemas.microsoft.com/office/drawing/2014/main" id="{6C626784-2FB2-408A-A1D2-1F6CDF830C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7D8A96D3-0C1B-411C-B14D-13E5463EC6C7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682243"/>
              <a:chOff x="6482708" y="4229599"/>
              <a:chExt cx="851277" cy="682243"/>
            </a:xfrm>
          </p:grpSpPr>
          <p:pic>
            <p:nvPicPr>
              <p:cNvPr id="309" name="图片 308">
                <a:extLst>
                  <a:ext uri="{FF2B5EF4-FFF2-40B4-BE49-F238E27FC236}">
                    <a16:creationId xmlns:a16="http://schemas.microsoft.com/office/drawing/2014/main" id="{E30BD8C1-9BC8-4F23-A2FB-E715D502C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8" name="文本框 317">
                    <a:extLst>
                      <a:ext uri="{FF2B5EF4-FFF2-40B4-BE49-F238E27FC236}">
                        <a16:creationId xmlns:a16="http://schemas.microsoft.com/office/drawing/2014/main" id="{C2ABC403-53D7-43BD-B196-243314B5B32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8" name="文本框 317">
                    <a:extLst>
                      <a:ext uri="{FF2B5EF4-FFF2-40B4-BE49-F238E27FC236}">
                        <a16:creationId xmlns:a16="http://schemas.microsoft.com/office/drawing/2014/main" id="{C2ABC403-53D7-43BD-B196-243314B5B3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22" name="图片 321">
              <a:extLst>
                <a:ext uri="{FF2B5EF4-FFF2-40B4-BE49-F238E27FC236}">
                  <a16:creationId xmlns:a16="http://schemas.microsoft.com/office/drawing/2014/main" id="{20C53914-944B-4D0F-80C4-ADC9F8AD4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70C63D04-7781-4879-B8AF-38CD2F3A57B7}"/>
                    </a:ext>
                  </a:extLst>
                </p:cNvPr>
                <p:cNvSpPr txBox="1"/>
                <p:nvPr/>
              </p:nvSpPr>
              <p:spPr>
                <a:xfrm flipH="1">
                  <a:off x="23271606" y="4726549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70C63D04-7781-4879-B8AF-38CD2F3A5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6" y="4726549"/>
                  <a:ext cx="540215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5" name="组合 324">
              <a:extLst>
                <a:ext uri="{FF2B5EF4-FFF2-40B4-BE49-F238E27FC236}">
                  <a16:creationId xmlns:a16="http://schemas.microsoft.com/office/drawing/2014/main" id="{84E0F0E9-BE23-4978-A2D9-6423538A1373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682243"/>
              <a:chOff x="6482708" y="4229599"/>
              <a:chExt cx="851277" cy="682243"/>
            </a:xfrm>
          </p:grpSpPr>
          <p:pic>
            <p:nvPicPr>
              <p:cNvPr id="326" name="图片 325">
                <a:extLst>
                  <a:ext uri="{FF2B5EF4-FFF2-40B4-BE49-F238E27FC236}">
                    <a16:creationId xmlns:a16="http://schemas.microsoft.com/office/drawing/2014/main" id="{57779D58-FFC0-49BD-B56D-6DC0FC012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4F187BE5-EB14-41CD-9763-1F3086D2908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4F187BE5-EB14-41CD-9763-1F3086D290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33" name="图片 332">
              <a:extLst>
                <a:ext uri="{FF2B5EF4-FFF2-40B4-BE49-F238E27FC236}">
                  <a16:creationId xmlns:a16="http://schemas.microsoft.com/office/drawing/2014/main" id="{9473514F-FAE9-4CB2-9281-6DA303179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文本框 333">
                  <a:extLst>
                    <a:ext uri="{FF2B5EF4-FFF2-40B4-BE49-F238E27FC236}">
                      <a16:creationId xmlns:a16="http://schemas.microsoft.com/office/drawing/2014/main" id="{0DF49124-8AB2-47BC-B3B8-73244C37BF78}"/>
                    </a:ext>
                  </a:extLst>
                </p:cNvPr>
                <p:cNvSpPr txBox="1"/>
                <p:nvPr/>
              </p:nvSpPr>
              <p:spPr>
                <a:xfrm flipH="1">
                  <a:off x="23238562" y="3140011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4" name="文本框 333">
                  <a:extLst>
                    <a:ext uri="{FF2B5EF4-FFF2-40B4-BE49-F238E27FC236}">
                      <a16:creationId xmlns:a16="http://schemas.microsoft.com/office/drawing/2014/main" id="{0DF49124-8AB2-47BC-B3B8-73244C37B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2" y="3140011"/>
                  <a:ext cx="540215" cy="461665"/>
                </a:xfrm>
                <a:prstGeom prst="rect">
                  <a:avLst/>
                </a:prstGeom>
                <a:blipFill>
                  <a:blip r:embed="rId31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6" name="图片 335">
              <a:extLst>
                <a:ext uri="{FF2B5EF4-FFF2-40B4-BE49-F238E27FC236}">
                  <a16:creationId xmlns:a16="http://schemas.microsoft.com/office/drawing/2014/main" id="{DFB7350D-15AB-4052-9F5A-8CEBDD84C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7" name="文本框 336">
                  <a:extLst>
                    <a:ext uri="{FF2B5EF4-FFF2-40B4-BE49-F238E27FC236}">
                      <a16:creationId xmlns:a16="http://schemas.microsoft.com/office/drawing/2014/main" id="{54B6E5DA-3FE1-4DB2-B3C0-E11ED150F470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7" name="文本框 336">
                  <a:extLst>
                    <a:ext uri="{FF2B5EF4-FFF2-40B4-BE49-F238E27FC236}">
                      <a16:creationId xmlns:a16="http://schemas.microsoft.com/office/drawing/2014/main" id="{54B6E5DA-3FE1-4DB2-B3C0-E11ED150F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5" cy="461665"/>
                </a:xfrm>
                <a:prstGeom prst="rect">
                  <a:avLst/>
                </a:prstGeom>
                <a:blipFill>
                  <a:blip r:embed="rId32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ADE22B71-FBC0-4047-A795-AF7D7DB70065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682243"/>
              <a:chOff x="6482708" y="4229599"/>
              <a:chExt cx="851277" cy="682243"/>
            </a:xfrm>
          </p:grpSpPr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54441767-FABD-40C6-ADC0-0C8C317A0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0" name="文本框 339">
                    <a:extLst>
                      <a:ext uri="{FF2B5EF4-FFF2-40B4-BE49-F238E27FC236}">
                        <a16:creationId xmlns:a16="http://schemas.microsoft.com/office/drawing/2014/main" id="{4625E598-8781-4447-AD91-D596196588B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0" name="文本框 339">
                    <a:extLst>
                      <a:ext uri="{FF2B5EF4-FFF2-40B4-BE49-F238E27FC236}">
                        <a16:creationId xmlns:a16="http://schemas.microsoft.com/office/drawing/2014/main" id="{4625E598-8781-4447-AD91-D596196588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43" name="图片 342">
              <a:extLst>
                <a:ext uri="{FF2B5EF4-FFF2-40B4-BE49-F238E27FC236}">
                  <a16:creationId xmlns:a16="http://schemas.microsoft.com/office/drawing/2014/main" id="{B818085F-1418-471F-B801-47FFC9D03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68AB7AD-FF7E-4B6E-9D49-C243EC26A3E7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68AB7AD-FF7E-4B6E-9D49-C243EC26A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5" cy="461665"/>
                </a:xfrm>
                <a:prstGeom prst="rect">
                  <a:avLst/>
                </a:prstGeom>
                <a:blipFill>
                  <a:blip r:embed="rId34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6796F29D-BF8F-4B17-8893-E8F07D3F992F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682243"/>
              <a:chOff x="6482708" y="4229599"/>
              <a:chExt cx="851277" cy="682243"/>
            </a:xfrm>
          </p:grpSpPr>
          <p:pic>
            <p:nvPicPr>
              <p:cNvPr id="346" name="图片 345">
                <a:extLst>
                  <a:ext uri="{FF2B5EF4-FFF2-40B4-BE49-F238E27FC236}">
                    <a16:creationId xmlns:a16="http://schemas.microsoft.com/office/drawing/2014/main" id="{269BD848-5459-4CF1-9F46-180D6C114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0673A5D1-AA52-4F7B-9CB0-8736DE3EA01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0673A5D1-AA52-4F7B-9CB0-8736DE3EA0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20" name="弧形 419">
            <a:extLst>
              <a:ext uri="{FF2B5EF4-FFF2-40B4-BE49-F238E27FC236}">
                <a16:creationId xmlns:a16="http://schemas.microsoft.com/office/drawing/2014/main" id="{B4FA40F7-38FC-4C00-B518-917178696FF5}"/>
              </a:ext>
            </a:extLst>
          </p:cNvPr>
          <p:cNvSpPr/>
          <p:nvPr/>
        </p:nvSpPr>
        <p:spPr>
          <a:xfrm rot="21360324" flipH="1">
            <a:off x="10729750" y="-4401279"/>
            <a:ext cx="8665341" cy="7594355"/>
          </a:xfrm>
          <a:prstGeom prst="arc">
            <a:avLst>
              <a:gd name="adj1" fmla="val 16652143"/>
              <a:gd name="adj2" fmla="val 5601864"/>
            </a:avLst>
          </a:prstGeom>
          <a:ln w="25400">
            <a:solidFill>
              <a:schemeClr val="accent1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n>
                <a:solidFill>
                  <a:srgbClr val="2E75B6"/>
                </a:solidFill>
              </a:ln>
            </a:endParaRPr>
          </a:p>
        </p:txBody>
      </p:sp>
      <p:sp>
        <p:nvSpPr>
          <p:cNvPr id="421" name="弧形 420">
            <a:extLst>
              <a:ext uri="{FF2B5EF4-FFF2-40B4-BE49-F238E27FC236}">
                <a16:creationId xmlns:a16="http://schemas.microsoft.com/office/drawing/2014/main" id="{EFE740C9-944C-4613-AA50-5725F87E3A52}"/>
              </a:ext>
            </a:extLst>
          </p:cNvPr>
          <p:cNvSpPr/>
          <p:nvPr/>
        </p:nvSpPr>
        <p:spPr>
          <a:xfrm rot="21360324" flipH="1">
            <a:off x="10585970" y="-1971080"/>
            <a:ext cx="8782499" cy="5404438"/>
          </a:xfrm>
          <a:prstGeom prst="arc">
            <a:avLst>
              <a:gd name="adj1" fmla="val 16532118"/>
              <a:gd name="adj2" fmla="val 5606322"/>
            </a:avLst>
          </a:prstGeom>
          <a:ln w="2540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2D900EFE-9883-42BD-AE12-EF1DF0F20B0D}"/>
              </a:ext>
            </a:extLst>
          </p:cNvPr>
          <p:cNvSpPr/>
          <p:nvPr/>
        </p:nvSpPr>
        <p:spPr>
          <a:xfrm rot="5400000">
            <a:off x="14313678" y="-6656567"/>
            <a:ext cx="1470272" cy="1471037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428" name="直接箭头连接符 427">
            <a:extLst>
              <a:ext uri="{FF2B5EF4-FFF2-40B4-BE49-F238E27FC236}">
                <a16:creationId xmlns:a16="http://schemas.microsoft.com/office/drawing/2014/main" id="{2F5CD5C4-9329-4E1F-B11C-D04B5D257C9F}"/>
              </a:ext>
            </a:extLst>
          </p:cNvPr>
          <p:cNvCxnSpPr>
            <a:cxnSpLocks/>
            <a:stCxn id="422" idx="4"/>
            <a:endCxn id="139" idx="6"/>
          </p:cNvCxnSpPr>
          <p:nvPr/>
        </p:nvCxnSpPr>
        <p:spPr>
          <a:xfrm flipH="1">
            <a:off x="7393816" y="-5921049"/>
            <a:ext cx="6919483" cy="18347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组合 430">
            <a:extLst>
              <a:ext uri="{FF2B5EF4-FFF2-40B4-BE49-F238E27FC236}">
                <a16:creationId xmlns:a16="http://schemas.microsoft.com/office/drawing/2014/main" id="{23B13C42-F910-47FB-9A61-E6D86D048495}"/>
              </a:ext>
            </a:extLst>
          </p:cNvPr>
          <p:cNvGrpSpPr/>
          <p:nvPr/>
        </p:nvGrpSpPr>
        <p:grpSpPr>
          <a:xfrm>
            <a:off x="22420755" y="-6228027"/>
            <a:ext cx="3664861" cy="5010235"/>
            <a:chOff x="31049400" y="2720291"/>
            <a:chExt cx="4142278" cy="2201924"/>
          </a:xfrm>
        </p:grpSpPr>
        <p:pic>
          <p:nvPicPr>
            <p:cNvPr id="432" name="图片 431">
              <a:extLst>
                <a:ext uri="{FF2B5EF4-FFF2-40B4-BE49-F238E27FC236}">
                  <a16:creationId xmlns:a16="http://schemas.microsoft.com/office/drawing/2014/main" id="{3E2DCF5A-0D27-4629-A7D0-7DDCF389A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3" name="图片 432">
              <a:extLst>
                <a:ext uri="{FF2B5EF4-FFF2-40B4-BE49-F238E27FC236}">
                  <a16:creationId xmlns:a16="http://schemas.microsoft.com/office/drawing/2014/main" id="{EB56EBC5-97F9-4B66-BD3C-F552F5062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4" name="图片 433">
              <a:extLst>
                <a:ext uri="{FF2B5EF4-FFF2-40B4-BE49-F238E27FC236}">
                  <a16:creationId xmlns:a16="http://schemas.microsoft.com/office/drawing/2014/main" id="{FBEAB9D3-1D58-4B89-A13C-AA582C25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17" name="矩形 516">
            <a:extLst>
              <a:ext uri="{FF2B5EF4-FFF2-40B4-BE49-F238E27FC236}">
                <a16:creationId xmlns:a16="http://schemas.microsoft.com/office/drawing/2014/main" id="{06F3B6A8-FEAB-4B5F-80D6-8BE9A1834E72}"/>
              </a:ext>
            </a:extLst>
          </p:cNvPr>
          <p:cNvSpPr/>
          <p:nvPr/>
        </p:nvSpPr>
        <p:spPr>
          <a:xfrm rot="5400000">
            <a:off x="14826286" y="4758491"/>
            <a:ext cx="3479203" cy="4180193"/>
          </a:xfrm>
          <a:prstGeom prst="rect">
            <a:avLst/>
          </a:prstGeom>
          <a:noFill/>
          <a:ln w="60325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7" name="连接符: 肘形 526">
            <a:extLst>
              <a:ext uri="{FF2B5EF4-FFF2-40B4-BE49-F238E27FC236}">
                <a16:creationId xmlns:a16="http://schemas.microsoft.com/office/drawing/2014/main" id="{A6E4B0E7-B60C-47DF-9E19-9D63B39361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27730" y="-4615452"/>
            <a:ext cx="2284855" cy="4689602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连接符: 肘形 527">
            <a:extLst>
              <a:ext uri="{FF2B5EF4-FFF2-40B4-BE49-F238E27FC236}">
                <a16:creationId xmlns:a16="http://schemas.microsoft.com/office/drawing/2014/main" id="{76251C6E-69E0-49D5-8602-767E00CF58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3778" y="1788022"/>
            <a:ext cx="3003616" cy="695528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连接符: 肘形 541">
            <a:extLst>
              <a:ext uri="{FF2B5EF4-FFF2-40B4-BE49-F238E27FC236}">
                <a16:creationId xmlns:a16="http://schemas.microsoft.com/office/drawing/2014/main" id="{7198D49A-7C44-470C-A2C8-25B9A96F727E}"/>
              </a:ext>
            </a:extLst>
          </p:cNvPr>
          <p:cNvCxnSpPr>
            <a:cxnSpLocks/>
            <a:stCxn id="38" idx="3"/>
            <a:endCxn id="552" idx="2"/>
          </p:cNvCxnSpPr>
          <p:nvPr/>
        </p:nvCxnSpPr>
        <p:spPr>
          <a:xfrm flipV="1">
            <a:off x="26194756" y="2178658"/>
            <a:ext cx="4241486" cy="4632465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连接符: 肘形 543">
            <a:extLst>
              <a:ext uri="{FF2B5EF4-FFF2-40B4-BE49-F238E27FC236}">
                <a16:creationId xmlns:a16="http://schemas.microsoft.com/office/drawing/2014/main" id="{6484BECE-AD87-48A5-839B-2E8EB061DD93}"/>
              </a:ext>
            </a:extLst>
          </p:cNvPr>
          <p:cNvCxnSpPr>
            <a:cxnSpLocks/>
            <a:endCxn id="552" idx="0"/>
          </p:cNvCxnSpPr>
          <p:nvPr/>
        </p:nvCxnSpPr>
        <p:spPr>
          <a:xfrm rot="16200000" flipH="1">
            <a:off x="26145141" y="-3359669"/>
            <a:ext cx="4344504" cy="4237682"/>
          </a:xfrm>
          <a:prstGeom prst="bentConnector3">
            <a:avLst>
              <a:gd name="adj1" fmla="val 389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流程图: 终止 551">
            <a:extLst>
              <a:ext uri="{FF2B5EF4-FFF2-40B4-BE49-F238E27FC236}">
                <a16:creationId xmlns:a16="http://schemas.microsoft.com/office/drawing/2014/main" id="{ABE69917-A220-45FE-8287-E2ED93C48839}"/>
              </a:ext>
            </a:extLst>
          </p:cNvPr>
          <p:cNvSpPr/>
          <p:nvPr/>
        </p:nvSpPr>
        <p:spPr>
          <a:xfrm>
            <a:off x="29225021" y="931421"/>
            <a:ext cx="2422431" cy="1247233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" name="文本框 552">
            <a:extLst>
              <a:ext uri="{FF2B5EF4-FFF2-40B4-BE49-F238E27FC236}">
                <a16:creationId xmlns:a16="http://schemas.microsoft.com/office/drawing/2014/main" id="{6377DD38-6839-4C59-808E-8928A828E88C}"/>
              </a:ext>
            </a:extLst>
          </p:cNvPr>
          <p:cNvSpPr txBox="1"/>
          <p:nvPr/>
        </p:nvSpPr>
        <p:spPr>
          <a:xfrm>
            <a:off x="29717416" y="-302224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2800" b="1" dirty="0"/>
          </a:p>
        </p:txBody>
      </p:sp>
      <p:cxnSp>
        <p:nvCxnSpPr>
          <p:cNvPr id="573" name="直接箭头连接符 572">
            <a:extLst>
              <a:ext uri="{FF2B5EF4-FFF2-40B4-BE49-F238E27FC236}">
                <a16:creationId xmlns:a16="http://schemas.microsoft.com/office/drawing/2014/main" id="{6BDA069D-7859-4F3D-A9BB-C53093682A28}"/>
              </a:ext>
            </a:extLst>
          </p:cNvPr>
          <p:cNvCxnSpPr>
            <a:cxnSpLocks/>
          </p:cNvCxnSpPr>
          <p:nvPr/>
        </p:nvCxnSpPr>
        <p:spPr>
          <a:xfrm flipV="1">
            <a:off x="18029809" y="6746952"/>
            <a:ext cx="4529897" cy="36556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>
            <a:extLst>
              <a:ext uri="{FF2B5EF4-FFF2-40B4-BE49-F238E27FC236}">
                <a16:creationId xmlns:a16="http://schemas.microsoft.com/office/drawing/2014/main" id="{6BA13A37-FC6E-4C78-9826-BE58A1A53CD2}"/>
              </a:ext>
            </a:extLst>
          </p:cNvPr>
          <p:cNvCxnSpPr>
            <a:cxnSpLocks/>
            <a:stCxn id="552" idx="3"/>
          </p:cNvCxnSpPr>
          <p:nvPr/>
        </p:nvCxnSpPr>
        <p:spPr>
          <a:xfrm flipH="1" flipV="1">
            <a:off x="21132010" y="-453013"/>
            <a:ext cx="10515438" cy="2008053"/>
          </a:xfrm>
          <a:prstGeom prst="bentConnector3">
            <a:avLst>
              <a:gd name="adj1" fmla="val -983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文本框 585">
            <a:extLst>
              <a:ext uri="{FF2B5EF4-FFF2-40B4-BE49-F238E27FC236}">
                <a16:creationId xmlns:a16="http://schemas.microsoft.com/office/drawing/2014/main" id="{17D3F90D-5379-46E8-BFDC-00CE99A758DE}"/>
              </a:ext>
            </a:extLst>
          </p:cNvPr>
          <p:cNvSpPr txBox="1"/>
          <p:nvPr/>
        </p:nvSpPr>
        <p:spPr>
          <a:xfrm>
            <a:off x="24431133" y="-132948"/>
            <a:ext cx="39664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Backpropagation</a:t>
            </a:r>
            <a:endParaRPr lang="zh-CN" altLang="en-US" sz="40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87" name="直接箭头连接符 586">
            <a:extLst>
              <a:ext uri="{FF2B5EF4-FFF2-40B4-BE49-F238E27FC236}">
                <a16:creationId xmlns:a16="http://schemas.microsoft.com/office/drawing/2014/main" id="{4B9CEFBA-5632-4AFF-AB5A-68C8C8185D11}"/>
              </a:ext>
            </a:extLst>
          </p:cNvPr>
          <p:cNvCxnSpPr>
            <a:cxnSpLocks/>
          </p:cNvCxnSpPr>
          <p:nvPr/>
        </p:nvCxnSpPr>
        <p:spPr>
          <a:xfrm>
            <a:off x="16569687" y="4262152"/>
            <a:ext cx="0" cy="774046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5C7CF94-7C01-468C-928F-3AE3C3DA88FE}"/>
              </a:ext>
            </a:extLst>
          </p:cNvPr>
          <p:cNvCxnSpPr>
            <a:cxnSpLocks/>
          </p:cNvCxnSpPr>
          <p:nvPr/>
        </p:nvCxnSpPr>
        <p:spPr>
          <a:xfrm flipV="1">
            <a:off x="20756288" y="-3413083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89C7BFC9-846C-4E0C-8BA9-ECECCCCD1371}"/>
              </a:ext>
            </a:extLst>
          </p:cNvPr>
          <p:cNvGrpSpPr/>
          <p:nvPr/>
        </p:nvGrpSpPr>
        <p:grpSpPr>
          <a:xfrm>
            <a:off x="5802215" y="-1097078"/>
            <a:ext cx="3199309" cy="4731658"/>
            <a:chOff x="3014831" y="2058919"/>
            <a:chExt cx="7169129" cy="280519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E569412-176E-4724-8ED2-528F42B0A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D29B6E7-A949-4BC0-B430-8A9393770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729832A-B7B5-4FE4-B19B-F27AF4974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D2852A-577B-A4F1-8178-4B28F71B6B49}"/>
              </a:ext>
            </a:extLst>
          </p:cNvPr>
          <p:cNvCxnSpPr>
            <a:cxnSpLocks/>
          </p:cNvCxnSpPr>
          <p:nvPr/>
        </p:nvCxnSpPr>
        <p:spPr>
          <a:xfrm flipV="1">
            <a:off x="4039223" y="1555037"/>
            <a:ext cx="1413424" cy="1492"/>
          </a:xfrm>
          <a:prstGeom prst="straightConnector1">
            <a:avLst/>
          </a:prstGeom>
          <a:ln w="539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直接箭头连接符 424">
            <a:extLst>
              <a:ext uri="{FF2B5EF4-FFF2-40B4-BE49-F238E27FC236}">
                <a16:creationId xmlns:a16="http://schemas.microsoft.com/office/drawing/2014/main" id="{1E5C6D8B-0356-42E9-9A76-E147948078D3}"/>
              </a:ext>
            </a:extLst>
          </p:cNvPr>
          <p:cNvCxnSpPr>
            <a:cxnSpLocks/>
            <a:stCxn id="169" idx="1"/>
            <a:endCxn id="26" idx="0"/>
          </p:cNvCxnSpPr>
          <p:nvPr/>
        </p:nvCxnSpPr>
        <p:spPr>
          <a:xfrm flipH="1">
            <a:off x="18980313" y="-6734917"/>
            <a:ext cx="8330779" cy="8059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15A1EE1-2B9E-A52C-F51B-68FE70AED7E3}"/>
              </a:ext>
            </a:extLst>
          </p:cNvPr>
          <p:cNvSpPr txBox="1"/>
          <p:nvPr/>
        </p:nvSpPr>
        <p:spPr>
          <a:xfrm>
            <a:off x="16005478" y="7820736"/>
            <a:ext cx="1120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57981E-B7C5-A887-8055-AC05B66671E5}"/>
              </a:ext>
            </a:extLst>
          </p:cNvPr>
          <p:cNvSpPr txBox="1"/>
          <p:nvPr/>
        </p:nvSpPr>
        <p:spPr>
          <a:xfrm>
            <a:off x="9663567" y="1238375"/>
            <a:ext cx="4047903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rgbClr val="FD7F7F"/>
                </a:solidFill>
              </a:rPr>
              <a:t>Frequency Response</a:t>
            </a:r>
          </a:p>
          <a:p>
            <a:r>
              <a:rPr lang="en-US" altLang="zh-CN" dirty="0">
                <a:solidFill>
                  <a:srgbClr val="FD7F7F"/>
                </a:solidFill>
              </a:rPr>
              <a:t>“Snapshots” Injection</a:t>
            </a:r>
            <a:endParaRPr lang="zh-CN" altLang="en-US" dirty="0">
              <a:solidFill>
                <a:srgbClr val="FD7F7F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C4F0ED-30FF-E81B-3BC9-8DABEE745901}"/>
              </a:ext>
            </a:extLst>
          </p:cNvPr>
          <p:cNvCxnSpPr>
            <a:cxnSpLocks/>
          </p:cNvCxnSpPr>
          <p:nvPr/>
        </p:nvCxnSpPr>
        <p:spPr>
          <a:xfrm flipV="1">
            <a:off x="5873822" y="3763855"/>
            <a:ext cx="891173" cy="12723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E59CDBF-51A1-744E-911A-6062318AB64B}"/>
              </a:ext>
            </a:extLst>
          </p:cNvPr>
          <p:cNvSpPr txBox="1"/>
          <p:nvPr/>
        </p:nvSpPr>
        <p:spPr>
          <a:xfrm>
            <a:off x="2741911" y="5036198"/>
            <a:ext cx="52414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/>
              <a:t>Multi-frequency Sine Waves </a:t>
            </a:r>
          </a:p>
          <a:p>
            <a:r>
              <a:rPr lang="en-US" altLang="zh-CN" sz="3200" dirty="0"/>
              <a:t>with Varying Magnitudes</a:t>
            </a:r>
            <a:endParaRPr lang="zh-CN" altLang="en-US" sz="32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6324F29-8F45-1F31-6104-9FB366F00A7D}"/>
              </a:ext>
            </a:extLst>
          </p:cNvPr>
          <p:cNvCxnSpPr>
            <a:cxnSpLocks/>
          </p:cNvCxnSpPr>
          <p:nvPr/>
        </p:nvCxnSpPr>
        <p:spPr>
          <a:xfrm>
            <a:off x="31143834" y="2178657"/>
            <a:ext cx="503614" cy="71042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图片 538">
            <a:extLst>
              <a:ext uri="{FF2B5EF4-FFF2-40B4-BE49-F238E27FC236}">
                <a16:creationId xmlns:a16="http://schemas.microsoft.com/office/drawing/2014/main" id="{98401690-C01E-3D52-D55F-7F54F57B95F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49367" y="6848585"/>
            <a:ext cx="3982187" cy="897033"/>
          </a:xfrm>
          <a:prstGeom prst="rect">
            <a:avLst/>
          </a:prstGeom>
        </p:spPr>
      </p:pic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55D6C913-62AA-495C-9B0B-6AA417B0A024}"/>
              </a:ext>
            </a:extLst>
          </p:cNvPr>
          <p:cNvGrpSpPr/>
          <p:nvPr/>
        </p:nvGrpSpPr>
        <p:grpSpPr>
          <a:xfrm>
            <a:off x="30917626" y="2253474"/>
            <a:ext cx="6511743" cy="5583114"/>
            <a:chOff x="31143842" y="10952338"/>
            <a:chExt cx="6511743" cy="6806901"/>
          </a:xfrm>
        </p:grpSpPr>
        <p:pic>
          <p:nvPicPr>
            <p:cNvPr id="459" name="图片 458">
              <a:extLst>
                <a:ext uri="{FF2B5EF4-FFF2-40B4-BE49-F238E27FC236}">
                  <a16:creationId xmlns:a16="http://schemas.microsoft.com/office/drawing/2014/main" id="{849DB48C-2EBE-4249-8399-76E949FBC0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1615" b="-10545"/>
            <a:stretch/>
          </p:blipFill>
          <p:spPr>
            <a:xfrm>
              <a:off x="31493256" y="12131862"/>
              <a:ext cx="5690914" cy="4939864"/>
            </a:xfrm>
            <a:prstGeom prst="rect">
              <a:avLst/>
            </a:prstGeom>
          </p:spPr>
        </p:pic>
        <p:grpSp>
          <p:nvGrpSpPr>
            <p:cNvPr id="572" name="组合 571">
              <a:extLst>
                <a:ext uri="{FF2B5EF4-FFF2-40B4-BE49-F238E27FC236}">
                  <a16:creationId xmlns:a16="http://schemas.microsoft.com/office/drawing/2014/main" id="{F053C928-56EE-4DBD-974F-E4368EC23819}"/>
                </a:ext>
              </a:extLst>
            </p:cNvPr>
            <p:cNvGrpSpPr/>
            <p:nvPr/>
          </p:nvGrpSpPr>
          <p:grpSpPr>
            <a:xfrm>
              <a:off x="31143842" y="10952338"/>
              <a:ext cx="6511743" cy="6806901"/>
              <a:chOff x="33509858" y="11641843"/>
              <a:chExt cx="6511743" cy="6806901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9B8959-BC12-AAE8-F895-E2D803292C14}"/>
                  </a:ext>
                </a:extLst>
              </p:cNvPr>
              <p:cNvSpPr txBox="1"/>
              <p:nvPr/>
            </p:nvSpPr>
            <p:spPr>
              <a:xfrm>
                <a:off x="34748712" y="11641843"/>
                <a:ext cx="4140877" cy="7129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3200" b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Amplitude-Based Loss</a:t>
                </a:r>
                <a:endParaRPr lang="zh-CN" altLang="en-US" dirty="0"/>
              </a:p>
            </p:txBody>
          </p:sp>
          <p:grpSp>
            <p:nvGrpSpPr>
              <p:cNvPr id="535" name="组合 534">
                <a:extLst>
                  <a:ext uri="{FF2B5EF4-FFF2-40B4-BE49-F238E27FC236}">
                    <a16:creationId xmlns:a16="http://schemas.microsoft.com/office/drawing/2014/main" id="{2C05CD69-54EE-0BB4-8F32-431ADDA3E573}"/>
                  </a:ext>
                </a:extLst>
              </p:cNvPr>
              <p:cNvGrpSpPr/>
              <p:nvPr/>
            </p:nvGrpSpPr>
            <p:grpSpPr>
              <a:xfrm>
                <a:off x="33509858" y="12436137"/>
                <a:ext cx="6511743" cy="6012607"/>
                <a:chOff x="32234093" y="13102044"/>
                <a:chExt cx="7958628" cy="7348586"/>
              </a:xfrm>
            </p:grpSpPr>
            <p:grpSp>
              <p:nvGrpSpPr>
                <p:cNvPr id="534" name="组合 533">
                  <a:extLst>
                    <a:ext uri="{FF2B5EF4-FFF2-40B4-BE49-F238E27FC236}">
                      <a16:creationId xmlns:a16="http://schemas.microsoft.com/office/drawing/2014/main" id="{7F0ED328-7527-D14B-56DB-5E1EC668C3A4}"/>
                    </a:ext>
                  </a:extLst>
                </p:cNvPr>
                <p:cNvGrpSpPr/>
                <p:nvPr/>
              </p:nvGrpSpPr>
              <p:grpSpPr>
                <a:xfrm>
                  <a:off x="32234093" y="13102044"/>
                  <a:ext cx="7958628" cy="7348586"/>
                  <a:chOff x="32234093" y="13102044"/>
                  <a:chExt cx="7958628" cy="7348586"/>
                </a:xfrm>
              </p:grpSpPr>
              <p:sp>
                <p:nvSpPr>
                  <p:cNvPr id="33" name="矩形: 圆角 32">
                    <a:extLst>
                      <a:ext uri="{FF2B5EF4-FFF2-40B4-BE49-F238E27FC236}">
                        <a16:creationId xmlns:a16="http://schemas.microsoft.com/office/drawing/2014/main" id="{E5D2343E-D52F-741C-3912-5CD70867F15B}"/>
                      </a:ext>
                    </a:extLst>
                  </p:cNvPr>
                  <p:cNvSpPr/>
                  <p:nvPr/>
                </p:nvSpPr>
                <p:spPr>
                  <a:xfrm>
                    <a:off x="32234093" y="13102044"/>
                    <a:ext cx="7958628" cy="7348586"/>
                  </a:xfrm>
                  <a:prstGeom prst="round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sp>
                <p:nvSpPr>
                  <p:cNvPr id="522" name="弧形 521">
                    <a:extLst>
                      <a:ext uri="{FF2B5EF4-FFF2-40B4-BE49-F238E27FC236}">
                        <a16:creationId xmlns:a16="http://schemas.microsoft.com/office/drawing/2014/main" id="{44063E22-820F-405F-7BC8-BED049452DF2}"/>
                      </a:ext>
                    </a:extLst>
                  </p:cNvPr>
                  <p:cNvSpPr/>
                  <p:nvPr/>
                </p:nvSpPr>
                <p:spPr>
                  <a:xfrm rot="797706" flipV="1">
                    <a:off x="37062428" y="14324916"/>
                    <a:ext cx="2909006" cy="6094586"/>
                  </a:xfrm>
                  <a:prstGeom prst="arc">
                    <a:avLst>
                      <a:gd name="adj1" fmla="val 18139217"/>
                      <a:gd name="adj2" fmla="val 3987019"/>
                    </a:avLst>
                  </a:prstGeom>
                  <a:ln w="25400">
                    <a:solidFill>
                      <a:srgbClr val="FF0000"/>
                    </a:solidFill>
                    <a:headEnd type="triangle" w="lg" len="lg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cxnSp>
                <p:nvCxnSpPr>
                  <p:cNvPr id="531" name="直接箭头连接符 530">
                    <a:extLst>
                      <a:ext uri="{FF2B5EF4-FFF2-40B4-BE49-F238E27FC236}">
                        <a16:creationId xmlns:a16="http://schemas.microsoft.com/office/drawing/2014/main" id="{D1168639-CB88-4FBD-9A43-30EC95F68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73662" y="16640435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1010FF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>
                    <a:extLst>
                      <a:ext uri="{FF2B5EF4-FFF2-40B4-BE49-F238E27FC236}">
                        <a16:creationId xmlns:a16="http://schemas.microsoft.com/office/drawing/2014/main" id="{AD7FF59C-FC9C-95D3-85E8-B2D9099E7E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629076" y="14344836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1" name="弧形 520">
                  <a:extLst>
                    <a:ext uri="{FF2B5EF4-FFF2-40B4-BE49-F238E27FC236}">
                      <a16:creationId xmlns:a16="http://schemas.microsoft.com/office/drawing/2014/main" id="{6344742C-0D24-9DFB-7C63-37C3699177A4}"/>
                    </a:ext>
                  </a:extLst>
                </p:cNvPr>
                <p:cNvSpPr/>
                <p:nvPr/>
              </p:nvSpPr>
              <p:spPr>
                <a:xfrm rot="2002819" flipH="1" flipV="1">
                  <a:off x="32432906" y="16475620"/>
                  <a:ext cx="3590987" cy="3395601"/>
                </a:xfrm>
                <a:prstGeom prst="arc">
                  <a:avLst>
                    <a:gd name="adj1" fmla="val 14985587"/>
                    <a:gd name="adj2" fmla="val 20934335"/>
                  </a:avLst>
                </a:prstGeom>
                <a:ln w="25400">
                  <a:solidFill>
                    <a:srgbClr val="0000FF"/>
                  </a:solidFill>
                  <a:headEnd type="triangle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CB225ADE-DA61-6B8D-18BB-4B499A865A4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17413" y="14186725"/>
                    <a:ext cx="714683" cy="7129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4472C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CB225ADE-DA61-6B8D-18BB-4B499A865A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17413" y="14186725"/>
                    <a:ext cx="714683" cy="712954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F4D103E5-66DF-118A-2EF8-2C5472E16076}"/>
                      </a:ext>
                    </a:extLst>
                  </p:cNvPr>
                  <p:cNvSpPr txBox="1"/>
                  <p:nvPr/>
                </p:nvSpPr>
                <p:spPr>
                  <a:xfrm>
                    <a:off x="37647370" y="12346763"/>
                    <a:ext cx="714683" cy="7129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F4D103E5-66DF-118A-2EF8-2C5472E160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47370" y="12346763"/>
                    <a:ext cx="714683" cy="71295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" name="左中括号 542">
                <a:extLst>
                  <a:ext uri="{FF2B5EF4-FFF2-40B4-BE49-F238E27FC236}">
                    <a16:creationId xmlns:a16="http://schemas.microsoft.com/office/drawing/2014/main" id="{4A2D903A-1085-8A26-992A-66D9D393FD6E}"/>
                  </a:ext>
                </a:extLst>
              </p:cNvPr>
              <p:cNvSpPr/>
              <p:nvPr/>
            </p:nvSpPr>
            <p:spPr>
              <a:xfrm rot="5400000">
                <a:off x="35396522" y="13925148"/>
                <a:ext cx="228037" cy="230597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5" name="左中括号 544">
                <a:extLst>
                  <a:ext uri="{FF2B5EF4-FFF2-40B4-BE49-F238E27FC236}">
                    <a16:creationId xmlns:a16="http://schemas.microsoft.com/office/drawing/2014/main" id="{174C2325-A552-53D9-2136-78267F671BFE}"/>
                  </a:ext>
                </a:extLst>
              </p:cNvPr>
              <p:cNvSpPr/>
              <p:nvPr/>
            </p:nvSpPr>
            <p:spPr>
              <a:xfrm rot="5400000">
                <a:off x="37778162" y="11945044"/>
                <a:ext cx="230985" cy="2460258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92" name="图片 191">
            <a:extLst>
              <a:ext uri="{FF2B5EF4-FFF2-40B4-BE49-F238E27FC236}">
                <a16:creationId xmlns:a16="http://schemas.microsoft.com/office/drawing/2014/main" id="{EFECB3F0-15B3-4C11-911B-6EF6AA5F09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471" y="16682603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C8CF6529-AAF2-47EE-9AAA-110B9B0E0ECC}"/>
              </a:ext>
            </a:extLst>
          </p:cNvPr>
          <p:cNvGrpSpPr/>
          <p:nvPr/>
        </p:nvGrpSpPr>
        <p:grpSpPr>
          <a:xfrm>
            <a:off x="15735363" y="10405049"/>
            <a:ext cx="8510889" cy="7686301"/>
            <a:chOff x="17628968" y="1768097"/>
            <a:chExt cx="8510887" cy="7686302"/>
          </a:xfrm>
        </p:grpSpPr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CD2F959F-99F9-46FA-9506-25928A10E024}"/>
                </a:ext>
              </a:extLst>
            </p:cNvPr>
            <p:cNvCxnSpPr>
              <a:cxnSpLocks/>
              <a:stCxn id="287" idx="1"/>
              <a:endCxn id="258" idx="0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42F05D82-70DD-424A-88D1-6125581EB8AC}"/>
                </a:ext>
              </a:extLst>
            </p:cNvPr>
            <p:cNvCxnSpPr>
              <a:cxnSpLocks/>
              <a:stCxn id="261" idx="4"/>
              <a:endCxn id="297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7263F1A0-59C9-4D0D-9CF2-2DF30B68AB36}"/>
                </a:ext>
              </a:extLst>
            </p:cNvPr>
            <p:cNvCxnSpPr>
              <a:cxnSpLocks/>
              <a:stCxn id="300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8F3657FF-6569-43B3-9577-541589FCDB76}"/>
                    </a:ext>
                  </a:extLst>
                </p:cNvPr>
                <p:cNvSpPr txBox="1"/>
                <p:nvPr/>
              </p:nvSpPr>
              <p:spPr>
                <a:xfrm rot="5400000">
                  <a:off x="19686370" y="5760812"/>
                  <a:ext cx="9389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8F3657FF-6569-43B3-9577-541589FCD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70" y="5760812"/>
                  <a:ext cx="938926" cy="58477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3714E23F-1631-4E55-B193-B717A5E3F9E2}"/>
                </a:ext>
              </a:extLst>
            </p:cNvPr>
            <p:cNvCxnSpPr>
              <a:cxnSpLocks/>
              <a:stCxn id="261" idx="4"/>
              <a:endCxn id="289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9195DA91-F34F-4ED1-BCA0-85E274BA70A0}"/>
                </a:ext>
              </a:extLst>
            </p:cNvPr>
            <p:cNvCxnSpPr>
              <a:cxnSpLocks/>
              <a:stCxn id="302" idx="3"/>
              <a:endCxn id="285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129BEC94-7EC7-4EE2-9A86-64C2C17522C7}"/>
                </a:ext>
              </a:extLst>
            </p:cNvPr>
            <p:cNvCxnSpPr>
              <a:cxnSpLocks/>
              <a:stCxn id="285" idx="1"/>
              <a:endCxn id="258" idx="0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97EC57AE-1EEE-4439-901C-1F9C4FBB64B9}"/>
                </a:ext>
              </a:extLst>
            </p:cNvPr>
            <p:cNvCxnSpPr>
              <a:cxnSpLocks/>
              <a:stCxn id="286" idx="1"/>
              <a:endCxn id="258" idx="0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89C58555-46A8-4787-8801-D4952552C512}"/>
                </a:ext>
              </a:extLst>
            </p:cNvPr>
            <p:cNvCxnSpPr>
              <a:cxnSpLocks/>
              <a:stCxn id="261" idx="4"/>
              <a:endCxn id="294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0EAD1815-7828-4D45-A68A-A9BBA8C5B882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1414A18-E933-4215-A7A0-6940D01C3690}"/>
                    </a:ext>
                  </a:extLst>
                </p:cNvPr>
                <p:cNvSpPr txBox="1"/>
                <p:nvPr/>
              </p:nvSpPr>
              <p:spPr>
                <a:xfrm>
                  <a:off x="19846244" y="5202571"/>
                  <a:ext cx="8467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1414A18-E933-4215-A7A0-6940D01C3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6244" y="5202571"/>
                  <a:ext cx="846746" cy="461665"/>
                </a:xfrm>
                <a:prstGeom prst="rect">
                  <a:avLst/>
                </a:prstGeom>
                <a:blipFill>
                  <a:blip r:embed="rId4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7F1A22C8-BD18-448E-AA3F-BF54F2654E42}"/>
                    </a:ext>
                  </a:extLst>
                </p:cNvPr>
                <p:cNvSpPr txBox="1"/>
                <p:nvPr/>
              </p:nvSpPr>
              <p:spPr>
                <a:xfrm>
                  <a:off x="20030136" y="7507392"/>
                  <a:ext cx="8498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7F1A22C8-BD18-448E-AA3F-BF54F2654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136" y="7507392"/>
                  <a:ext cx="849848" cy="461665"/>
                </a:xfrm>
                <a:prstGeom prst="rect">
                  <a:avLst/>
                </a:prstGeom>
                <a:blipFill>
                  <a:blip r:embed="rId45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759768EC-16A5-414B-9E94-FC5404EBBA69}"/>
                    </a:ext>
                  </a:extLst>
                </p:cNvPr>
                <p:cNvSpPr txBox="1"/>
                <p:nvPr/>
              </p:nvSpPr>
              <p:spPr>
                <a:xfrm>
                  <a:off x="20127233" y="8992734"/>
                  <a:ext cx="5516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759768EC-16A5-414B-9E94-FC5404EBB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7233" y="8992734"/>
                  <a:ext cx="551689" cy="461665"/>
                </a:xfrm>
                <a:prstGeom prst="rect">
                  <a:avLst/>
                </a:prstGeom>
                <a:blipFill>
                  <a:blip r:embed="rId46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B124D2F-3E4E-43EF-BE9E-7E7B68CFC1ED}"/>
                    </a:ext>
                  </a:extLst>
                </p:cNvPr>
                <p:cNvSpPr txBox="1"/>
                <p:nvPr/>
              </p:nvSpPr>
              <p:spPr>
                <a:xfrm rot="5400000">
                  <a:off x="20935018" y="5739032"/>
                  <a:ext cx="91917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B124D2F-3E4E-43EF-BE9E-7E7B68CFC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8" y="5739032"/>
                  <a:ext cx="919174" cy="58477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E37AD84C-6BBA-440E-9547-6B4D81850884}"/>
                    </a:ext>
                  </a:extLst>
                </p:cNvPr>
                <p:cNvSpPr txBox="1"/>
                <p:nvPr/>
              </p:nvSpPr>
              <p:spPr>
                <a:xfrm rot="153615">
                  <a:off x="17660793" y="5886463"/>
                  <a:ext cx="87280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E37AD84C-6BBA-440E-9547-6B4D81850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60793" y="5886463"/>
                  <a:ext cx="872803" cy="70788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2C6091E2-5471-45F0-8AF1-B9DC23A8BBFC}"/>
                </a:ext>
              </a:extLst>
            </p:cNvPr>
            <p:cNvSpPr/>
            <p:nvPr/>
          </p:nvSpPr>
          <p:spPr>
            <a:xfrm rot="5400000">
              <a:off x="18216574" y="5721590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72618691-E704-41A6-B194-193D1610B598}"/>
                </a:ext>
              </a:extLst>
            </p:cNvPr>
            <p:cNvCxnSpPr>
              <a:cxnSpLocks/>
              <a:stCxn id="265" idx="1"/>
              <a:endCxn id="258" idx="0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E93AEC93-2F88-41C4-B158-AC0E6FA2E1BC}"/>
                    </a:ext>
                  </a:extLst>
                </p:cNvPr>
                <p:cNvSpPr txBox="1"/>
                <p:nvPr/>
              </p:nvSpPr>
              <p:spPr>
                <a:xfrm>
                  <a:off x="25257434" y="5792883"/>
                  <a:ext cx="88242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E93AEC93-2F88-41C4-B158-AC0E6FA2E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7434" y="5792883"/>
                  <a:ext cx="882421" cy="707886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A26AE3BB-AF62-4D3C-A267-1DCC2E5CA4E2}"/>
                </a:ext>
              </a:extLst>
            </p:cNvPr>
            <p:cNvSpPr/>
            <p:nvPr/>
          </p:nvSpPr>
          <p:spPr>
            <a:xfrm rot="5400000">
              <a:off x="25424246" y="5732084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ED1D2EE9-9EB5-4EA6-8E03-5973E5166717}"/>
                </a:ext>
              </a:extLst>
            </p:cNvPr>
            <p:cNvCxnSpPr>
              <a:cxnSpLocks/>
              <a:stCxn id="261" idx="4"/>
              <a:endCxn id="292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9F9A273F-AF77-4F62-A07C-1FEA53377236}"/>
                </a:ext>
              </a:extLst>
            </p:cNvPr>
            <p:cNvCxnSpPr>
              <a:cxnSpLocks/>
              <a:stCxn id="306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913FD0C4-CCC1-4310-A45B-E7C586049307}"/>
                    </a:ext>
                  </a:extLst>
                </p:cNvPr>
                <p:cNvSpPr txBox="1"/>
                <p:nvPr/>
              </p:nvSpPr>
              <p:spPr>
                <a:xfrm>
                  <a:off x="20005978" y="3492279"/>
                  <a:ext cx="6029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913FD0C4-CCC1-4310-A45B-E7C586049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5978" y="3492279"/>
                  <a:ext cx="602986" cy="461665"/>
                </a:xfrm>
                <a:prstGeom prst="rect">
                  <a:avLst/>
                </a:prstGeom>
                <a:blipFill>
                  <a:blip r:embed="rId50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5CF2798E-CCB7-418A-AD9F-A656D31607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54154AF0-37A1-449D-866D-9F8AE856960C}"/>
                </a:ext>
              </a:extLst>
            </p:cNvPr>
            <p:cNvSpPr/>
            <p:nvPr/>
          </p:nvSpPr>
          <p:spPr>
            <a:xfrm rot="5400000">
              <a:off x="18382090" y="1772463"/>
              <a:ext cx="6908752" cy="8414996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FA4D440C-8684-40C8-9E28-7EB9B3ADD08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48BD7DA6-D55D-4996-8F7A-C556B7E318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8C434A46-2AC8-435B-9EFE-EF22F0EBF6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456CE6D6-40FF-46E8-AB3A-45C249B1CC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71E1BA92-3696-42EB-9A8C-010D0B40726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0F3741E1-81C1-4430-9AE5-BAEC3A32DF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998C2D7F-6F7E-4F12-8E97-89338C02F3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DA0D2464-E3D3-48B4-AA50-485A78F09A0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AC8762FB-5DFD-491F-A802-F8D111C4BCC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F855105E-4736-492B-8B57-45783782D04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A0587D1C-1317-43CC-B09A-98F4BDC9122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BB1A44A1-7E8B-4E28-8072-12EDB2D2F1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C6AC8110-8221-4099-9B4E-A987C485E1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75ED860-8BF6-42FB-86FF-A86EA4D6494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19E97C71-F9F5-4B5F-874D-89C718FEC00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52773E37-18B6-4232-BCA7-6A6C9EFD21F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75A73E76-5D36-47C1-ACDC-34EC03D19D24}"/>
                </a:ext>
              </a:extLst>
            </p:cNvPr>
            <p:cNvSpPr txBox="1"/>
            <p:nvPr/>
          </p:nvSpPr>
          <p:spPr>
            <a:xfrm>
              <a:off x="20741543" y="1768097"/>
              <a:ext cx="2207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FRIKAN</a:t>
              </a:r>
              <a:endPara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08202117-9E7E-40D5-9064-EAF4DAEC0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286" name="图片 285">
              <a:extLst>
                <a:ext uri="{FF2B5EF4-FFF2-40B4-BE49-F238E27FC236}">
                  <a16:creationId xmlns:a16="http://schemas.microsoft.com/office/drawing/2014/main" id="{814DAF88-BE03-4A52-B9A2-F31D370D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3CDA3BA9-D23F-4ACC-A0FD-48DCE3D665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E8635F66-B8B4-4E1E-89A9-3A96DCF67B38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682243"/>
              <a:chOff x="6482708" y="4229599"/>
              <a:chExt cx="851277" cy="682243"/>
            </a:xfrm>
          </p:grpSpPr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17E5386B-837F-4734-94B4-BCBC57B6A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35C9EC21-D11F-4B13-8661-739424004EB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35C9EC21-D11F-4B13-8661-739424004E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FA63AA38-9458-4582-ABB2-096F03871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62542094-38F1-4403-9036-2871821C7A3D}"/>
                    </a:ext>
                  </a:extLst>
                </p:cNvPr>
                <p:cNvSpPr txBox="1"/>
                <p:nvPr/>
              </p:nvSpPr>
              <p:spPr>
                <a:xfrm flipH="1">
                  <a:off x="23271607" y="4726549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62542094-38F1-4403-9036-2871821C7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7" y="4726549"/>
                  <a:ext cx="540214" cy="461665"/>
                </a:xfrm>
                <a:prstGeom prst="rect">
                  <a:avLst/>
                </a:prstGeom>
                <a:blipFill>
                  <a:blip r:embed="rId54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592E48B7-F446-4E6F-962F-983AABA2CC09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682243"/>
              <a:chOff x="6482708" y="4229599"/>
              <a:chExt cx="851277" cy="682243"/>
            </a:xfrm>
          </p:grpSpPr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9AC2CE75-8161-4457-AB9C-F0ED086E3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7F8E5C9-B3F4-4489-BF09-FF73FA3FA30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7F8E5C9-B3F4-4489-BF09-FF73FA3FA3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2" name="图片 291">
              <a:extLst>
                <a:ext uri="{FF2B5EF4-FFF2-40B4-BE49-F238E27FC236}">
                  <a16:creationId xmlns:a16="http://schemas.microsoft.com/office/drawing/2014/main" id="{F9946882-7066-47C0-8171-5CC9F46E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501F8B11-40D3-4F22-9363-2D745159BCB8}"/>
                    </a:ext>
                  </a:extLst>
                </p:cNvPr>
                <p:cNvSpPr txBox="1"/>
                <p:nvPr/>
              </p:nvSpPr>
              <p:spPr>
                <a:xfrm flipH="1">
                  <a:off x="23238561" y="3140011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501F8B11-40D3-4F22-9363-2D745159B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1" y="3140011"/>
                  <a:ext cx="540214" cy="461665"/>
                </a:xfrm>
                <a:prstGeom prst="rect">
                  <a:avLst/>
                </a:prstGeom>
                <a:blipFill>
                  <a:blip r:embed="rId56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E6AE7691-03A2-4C1F-98AD-DADF4D5CD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ACE8B8B7-525C-4183-9576-E78A6C95D409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ACE8B8B7-525C-4183-9576-E78A6C95D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4" cy="461665"/>
                </a:xfrm>
                <a:prstGeom prst="rect">
                  <a:avLst/>
                </a:prstGeom>
                <a:blipFill>
                  <a:blip r:embed="rId57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E5563F31-7B06-4CC2-B702-2F5DD043B585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682243"/>
              <a:chOff x="6482708" y="4229599"/>
              <a:chExt cx="851277" cy="682243"/>
            </a:xfrm>
          </p:grpSpPr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1AA53CB5-6689-41A4-AE35-DB676637C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51445E54-CD08-4547-B04C-73295B19816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51445E54-CD08-4547-B04C-73295B1981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7" name="图片 296">
              <a:extLst>
                <a:ext uri="{FF2B5EF4-FFF2-40B4-BE49-F238E27FC236}">
                  <a16:creationId xmlns:a16="http://schemas.microsoft.com/office/drawing/2014/main" id="{636DFC41-2E07-40DD-B586-F45DE507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A959F66E-5C77-4F5B-A5BE-6D51582EF307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A959F66E-5C77-4F5B-A5BE-6D51582EF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4" cy="461665"/>
                </a:xfrm>
                <a:prstGeom prst="rect">
                  <a:avLst/>
                </a:prstGeom>
                <a:blipFill>
                  <a:blip r:embed="rId59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CFCABB97-AD9A-4163-BDDE-A4ED2630920E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682243"/>
              <a:chOff x="6482708" y="4229599"/>
              <a:chExt cx="851277" cy="682243"/>
            </a:xfrm>
          </p:grpSpPr>
          <p:pic>
            <p:nvPicPr>
              <p:cNvPr id="300" name="图片 299">
                <a:extLst>
                  <a:ext uri="{FF2B5EF4-FFF2-40B4-BE49-F238E27FC236}">
                    <a16:creationId xmlns:a16="http://schemas.microsoft.com/office/drawing/2014/main" id="{AA1D5F69-14FA-43BA-974C-619C64BDA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4622EE79-040C-4071-B955-FA3D4248826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4622EE79-040C-4071-B955-FA3D42488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461665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A4EAB8D1-A6DB-4447-ABA8-063D1AB4DE20}"/>
              </a:ext>
            </a:extLst>
          </p:cNvPr>
          <p:cNvGrpSpPr/>
          <p:nvPr/>
        </p:nvGrpSpPr>
        <p:grpSpPr>
          <a:xfrm>
            <a:off x="25463402" y="11248628"/>
            <a:ext cx="3664861" cy="5010235"/>
            <a:chOff x="31049400" y="2720291"/>
            <a:chExt cx="4142278" cy="2201924"/>
          </a:xfrm>
        </p:grpSpPr>
        <p:pic>
          <p:nvPicPr>
            <p:cNvPr id="317" name="图片 316">
              <a:extLst>
                <a:ext uri="{FF2B5EF4-FFF2-40B4-BE49-F238E27FC236}">
                  <a16:creationId xmlns:a16="http://schemas.microsoft.com/office/drawing/2014/main" id="{9AE24E11-36F2-4EAD-B03C-496DE99AB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0" name="图片 319">
              <a:extLst>
                <a:ext uri="{FF2B5EF4-FFF2-40B4-BE49-F238E27FC236}">
                  <a16:creationId xmlns:a16="http://schemas.microsoft.com/office/drawing/2014/main" id="{377070DA-D417-4859-AC36-43E95F4D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1" name="图片 320">
              <a:extLst>
                <a:ext uri="{FF2B5EF4-FFF2-40B4-BE49-F238E27FC236}">
                  <a16:creationId xmlns:a16="http://schemas.microsoft.com/office/drawing/2014/main" id="{370404F7-BA9F-4681-85EF-032B1DDA6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28" name="连接符: 肘形 327">
            <a:extLst>
              <a:ext uri="{FF2B5EF4-FFF2-40B4-BE49-F238E27FC236}">
                <a16:creationId xmlns:a16="http://schemas.microsoft.com/office/drawing/2014/main" id="{C0476663-A467-43B0-9B93-F23EAAC0C176}"/>
              </a:ext>
            </a:extLst>
          </p:cNvPr>
          <p:cNvCxnSpPr>
            <a:cxnSpLocks/>
            <a:endCxn id="376" idx="2"/>
          </p:cNvCxnSpPr>
          <p:nvPr/>
        </p:nvCxnSpPr>
        <p:spPr>
          <a:xfrm flipV="1">
            <a:off x="8643226" y="14458235"/>
            <a:ext cx="1723085" cy="1671960"/>
          </a:xfrm>
          <a:prstGeom prst="bentConnector3">
            <a:avLst>
              <a:gd name="adj1" fmla="val 356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连接符: 肘形 328">
            <a:extLst>
              <a:ext uri="{FF2B5EF4-FFF2-40B4-BE49-F238E27FC236}">
                <a16:creationId xmlns:a16="http://schemas.microsoft.com/office/drawing/2014/main" id="{4A4471C6-348F-427D-8B25-9AAF7040E0FB}"/>
              </a:ext>
            </a:extLst>
          </p:cNvPr>
          <p:cNvCxnSpPr>
            <a:cxnSpLocks/>
          </p:cNvCxnSpPr>
          <p:nvPr/>
        </p:nvCxnSpPr>
        <p:spPr>
          <a:xfrm>
            <a:off x="8645814" y="21022270"/>
            <a:ext cx="9103879" cy="3082664"/>
          </a:xfrm>
          <a:prstGeom prst="bentConnector3">
            <a:avLst>
              <a:gd name="adj1" fmla="val -11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720A4965-1F42-49AE-997F-2DE6BAFBC75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591445" y="21151075"/>
            <a:ext cx="4562694" cy="1522371"/>
          </a:xfrm>
          <a:prstGeom prst="bentConnector3">
            <a:avLst>
              <a:gd name="adj1" fmla="val -52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连接符: 肘形 330">
            <a:extLst>
              <a:ext uri="{FF2B5EF4-FFF2-40B4-BE49-F238E27FC236}">
                <a16:creationId xmlns:a16="http://schemas.microsoft.com/office/drawing/2014/main" id="{7A0E5546-2AF9-4567-93D5-EE2F3FD18CD7}"/>
              </a:ext>
            </a:extLst>
          </p:cNvPr>
          <p:cNvCxnSpPr>
            <a:cxnSpLocks/>
          </p:cNvCxnSpPr>
          <p:nvPr/>
        </p:nvCxnSpPr>
        <p:spPr>
          <a:xfrm>
            <a:off x="29150715" y="14399671"/>
            <a:ext cx="1425848" cy="359633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流程图: 终止 331">
            <a:extLst>
              <a:ext uri="{FF2B5EF4-FFF2-40B4-BE49-F238E27FC236}">
                <a16:creationId xmlns:a16="http://schemas.microsoft.com/office/drawing/2014/main" id="{1685835E-B2AE-4B6F-BD8D-4CA1C4F08E4A}"/>
              </a:ext>
            </a:extLst>
          </p:cNvPr>
          <p:cNvSpPr/>
          <p:nvPr/>
        </p:nvSpPr>
        <p:spPr>
          <a:xfrm>
            <a:off x="29342894" y="18189841"/>
            <a:ext cx="2422431" cy="1247233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103D573A-CF20-4E22-A608-6DAFD08D22A0}"/>
              </a:ext>
            </a:extLst>
          </p:cNvPr>
          <p:cNvSpPr txBox="1"/>
          <p:nvPr/>
        </p:nvSpPr>
        <p:spPr>
          <a:xfrm>
            <a:off x="29835290" y="16956196"/>
            <a:ext cx="184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2800" b="1" dirty="0"/>
          </a:p>
        </p:txBody>
      </p:sp>
      <p:cxnSp>
        <p:nvCxnSpPr>
          <p:cNvPr id="350" name="直接箭头连接符 349">
            <a:extLst>
              <a:ext uri="{FF2B5EF4-FFF2-40B4-BE49-F238E27FC236}">
                <a16:creationId xmlns:a16="http://schemas.microsoft.com/office/drawing/2014/main" id="{A2C2DBB2-78D8-451C-B677-54AE1DCD0B5D}"/>
              </a:ext>
            </a:extLst>
          </p:cNvPr>
          <p:cNvCxnSpPr>
            <a:cxnSpLocks/>
          </p:cNvCxnSpPr>
          <p:nvPr/>
        </p:nvCxnSpPr>
        <p:spPr>
          <a:xfrm flipV="1">
            <a:off x="23778233" y="14465269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C60B7770-26AA-467E-87CE-3631B5246CD0}"/>
              </a:ext>
            </a:extLst>
          </p:cNvPr>
          <p:cNvGrpSpPr/>
          <p:nvPr/>
        </p:nvGrpSpPr>
        <p:grpSpPr>
          <a:xfrm>
            <a:off x="5920087" y="16161342"/>
            <a:ext cx="3199309" cy="4731658"/>
            <a:chOff x="3014831" y="2058919"/>
            <a:chExt cx="7169129" cy="2805193"/>
          </a:xfrm>
        </p:grpSpPr>
        <p:pic>
          <p:nvPicPr>
            <p:cNvPr id="352" name="图片 351">
              <a:extLst>
                <a:ext uri="{FF2B5EF4-FFF2-40B4-BE49-F238E27FC236}">
                  <a16:creationId xmlns:a16="http://schemas.microsoft.com/office/drawing/2014/main" id="{74CBB9CD-1FD2-441A-AD7F-458569999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3" name="图片 352">
              <a:extLst>
                <a:ext uri="{FF2B5EF4-FFF2-40B4-BE49-F238E27FC236}">
                  <a16:creationId xmlns:a16="http://schemas.microsoft.com/office/drawing/2014/main" id="{FE2AFD54-5968-4FE1-BB0D-9F9BF906D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4" name="图片 353">
              <a:extLst>
                <a:ext uri="{FF2B5EF4-FFF2-40B4-BE49-F238E27FC236}">
                  <a16:creationId xmlns:a16="http://schemas.microsoft.com/office/drawing/2014/main" id="{0231411F-3222-4999-8BC3-AADE779CD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122672F4-9CA0-4563-9612-5329459C2F3C}"/>
              </a:ext>
            </a:extLst>
          </p:cNvPr>
          <p:cNvCxnSpPr>
            <a:cxnSpLocks/>
          </p:cNvCxnSpPr>
          <p:nvPr/>
        </p:nvCxnSpPr>
        <p:spPr>
          <a:xfrm flipV="1">
            <a:off x="4157094" y="18813458"/>
            <a:ext cx="1413424" cy="1492"/>
          </a:xfrm>
          <a:prstGeom prst="straightConnector1">
            <a:avLst/>
          </a:prstGeom>
          <a:ln w="539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D888181C-11B2-4045-8AC0-A141732B88AD}"/>
              </a:ext>
            </a:extLst>
          </p:cNvPr>
          <p:cNvGrpSpPr/>
          <p:nvPr/>
        </p:nvGrpSpPr>
        <p:grpSpPr>
          <a:xfrm>
            <a:off x="10366319" y="12718640"/>
            <a:ext cx="4180193" cy="3479203"/>
            <a:chOff x="16135486" y="34380215"/>
            <a:chExt cx="4180192" cy="3479202"/>
          </a:xfrm>
        </p:grpSpPr>
        <p:pic>
          <p:nvPicPr>
            <p:cNvPr id="375" name="图片 374">
              <a:extLst>
                <a:ext uri="{FF2B5EF4-FFF2-40B4-BE49-F238E27FC236}">
                  <a16:creationId xmlns:a16="http://schemas.microsoft.com/office/drawing/2014/main" id="{2F43B011-7478-43BD-A697-FE8F39073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24561" y="34704425"/>
              <a:ext cx="2505888" cy="2347711"/>
            </a:xfrm>
            <a:prstGeom prst="rect">
              <a:avLst/>
            </a:prstGeom>
          </p:spPr>
        </p:pic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id="{11D40F34-2FE3-4C75-9018-DC17FBD8418F}"/>
                </a:ext>
              </a:extLst>
            </p:cNvPr>
            <p:cNvSpPr/>
            <p:nvPr/>
          </p:nvSpPr>
          <p:spPr>
            <a:xfrm rot="5400000">
              <a:off x="16485981" y="34029720"/>
              <a:ext cx="3479202" cy="4180192"/>
            </a:xfrm>
            <a:prstGeom prst="rect">
              <a:avLst/>
            </a:prstGeom>
            <a:noFill/>
            <a:ln w="60325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CD41F373-3627-4D3B-97B3-5F61C4F1488D}"/>
                </a:ext>
              </a:extLst>
            </p:cNvPr>
            <p:cNvSpPr txBox="1"/>
            <p:nvPr/>
          </p:nvSpPr>
          <p:spPr>
            <a:xfrm>
              <a:off x="17665170" y="37091964"/>
              <a:ext cx="1120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MET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B68C16A7-5F3B-4317-9200-5D4752852812}"/>
              </a:ext>
            </a:extLst>
          </p:cNvPr>
          <p:cNvGrpSpPr/>
          <p:nvPr/>
        </p:nvGrpSpPr>
        <p:grpSpPr>
          <a:xfrm>
            <a:off x="25463402" y="21346089"/>
            <a:ext cx="3664861" cy="5010235"/>
            <a:chOff x="31049400" y="2720291"/>
            <a:chExt cx="4142278" cy="2201924"/>
          </a:xfrm>
        </p:grpSpPr>
        <p:pic>
          <p:nvPicPr>
            <p:cNvPr id="386" name="图片 385">
              <a:extLst>
                <a:ext uri="{FF2B5EF4-FFF2-40B4-BE49-F238E27FC236}">
                  <a16:creationId xmlns:a16="http://schemas.microsoft.com/office/drawing/2014/main" id="{B1EFCE0B-208B-4BA5-A721-6C1D96359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7" name="图片 386">
              <a:extLst>
                <a:ext uri="{FF2B5EF4-FFF2-40B4-BE49-F238E27FC236}">
                  <a16:creationId xmlns:a16="http://schemas.microsoft.com/office/drawing/2014/main" id="{F992C69A-2849-4D31-A9C9-D483F431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8" name="图片 387">
              <a:extLst>
                <a:ext uri="{FF2B5EF4-FFF2-40B4-BE49-F238E27FC236}">
                  <a16:creationId xmlns:a16="http://schemas.microsoft.com/office/drawing/2014/main" id="{3EC90082-4D81-4B1B-BFD3-81676EBB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BE8659FC-1484-4AC9-B29B-99AAA5E6C917}"/>
              </a:ext>
            </a:extLst>
          </p:cNvPr>
          <p:cNvGrpSpPr/>
          <p:nvPr/>
        </p:nvGrpSpPr>
        <p:grpSpPr>
          <a:xfrm>
            <a:off x="18089475" y="22294621"/>
            <a:ext cx="3347329" cy="4999453"/>
            <a:chOff x="20299420" y="32053864"/>
            <a:chExt cx="3347329" cy="4999454"/>
          </a:xfrm>
        </p:grpSpPr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667531DA-675F-44A5-8AE1-C838224084B5}"/>
                </a:ext>
              </a:extLst>
            </p:cNvPr>
            <p:cNvSpPr/>
            <p:nvPr/>
          </p:nvSpPr>
          <p:spPr>
            <a:xfrm>
              <a:off x="20347541" y="32766338"/>
              <a:ext cx="3239385" cy="1897189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80" name="弧形 379">
              <a:extLst>
                <a:ext uri="{FF2B5EF4-FFF2-40B4-BE49-F238E27FC236}">
                  <a16:creationId xmlns:a16="http://schemas.microsoft.com/office/drawing/2014/main" id="{1D785A72-09BF-4B42-A8D9-9234999C21A7}"/>
                </a:ext>
              </a:extLst>
            </p:cNvPr>
            <p:cNvSpPr/>
            <p:nvPr/>
          </p:nvSpPr>
          <p:spPr>
            <a:xfrm rot="17901657">
              <a:off x="20145580" y="33643716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12CD89D0-EF0B-4CD2-A0CF-AB1F4F092C9C}"/>
                </a:ext>
              </a:extLst>
            </p:cNvPr>
            <p:cNvSpPr txBox="1"/>
            <p:nvPr/>
          </p:nvSpPr>
          <p:spPr>
            <a:xfrm>
              <a:off x="20558645" y="32053864"/>
              <a:ext cx="26564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目标线性系统</a:t>
              </a:r>
            </a:p>
          </p:txBody>
        </p:sp>
        <p:sp>
          <p:nvSpPr>
            <p:cNvPr id="390" name="弧形 389">
              <a:extLst>
                <a:ext uri="{FF2B5EF4-FFF2-40B4-BE49-F238E27FC236}">
                  <a16:creationId xmlns:a16="http://schemas.microsoft.com/office/drawing/2014/main" id="{0A6D2884-8DC4-4781-9100-4206AA9EE619}"/>
                </a:ext>
              </a:extLst>
            </p:cNvPr>
            <p:cNvSpPr/>
            <p:nvPr/>
          </p:nvSpPr>
          <p:spPr>
            <a:xfrm rot="17901657">
              <a:off x="20199360" y="33643715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noFill/>
            <a:ln w="44450">
              <a:solidFill>
                <a:srgbClr val="101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91" name="弧形 390">
              <a:extLst>
                <a:ext uri="{FF2B5EF4-FFF2-40B4-BE49-F238E27FC236}">
                  <a16:creationId xmlns:a16="http://schemas.microsoft.com/office/drawing/2014/main" id="{A65F7126-FE9C-40D9-82AD-FBC9E1B9211B}"/>
                </a:ext>
              </a:extLst>
            </p:cNvPr>
            <p:cNvSpPr/>
            <p:nvPr/>
          </p:nvSpPr>
          <p:spPr>
            <a:xfrm rot="17901657">
              <a:off x="20237147" y="33643441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9ECD491A-8474-4D4A-A3B2-97BD417E2ED8}"/>
              </a:ext>
            </a:extLst>
          </p:cNvPr>
          <p:cNvGrpSpPr/>
          <p:nvPr/>
        </p:nvGrpSpPr>
        <p:grpSpPr>
          <a:xfrm>
            <a:off x="10296234" y="20746088"/>
            <a:ext cx="4304383" cy="5855138"/>
            <a:chOff x="12782307" y="27517388"/>
            <a:chExt cx="4304382" cy="5855136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09588DDA-5FAB-4CD9-96EC-5EA4FC4934F7}"/>
                </a:ext>
              </a:extLst>
            </p:cNvPr>
            <p:cNvGrpSpPr/>
            <p:nvPr/>
          </p:nvGrpSpPr>
          <p:grpSpPr>
            <a:xfrm>
              <a:off x="13270459" y="28448567"/>
              <a:ext cx="3287506" cy="4923957"/>
              <a:chOff x="15557867" y="11812989"/>
              <a:chExt cx="4383768" cy="6869160"/>
            </a:xfrm>
          </p:grpSpPr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D28F1357-FB89-4C55-86E2-6FA8F45E39EA}"/>
                  </a:ext>
                </a:extLst>
              </p:cNvPr>
              <p:cNvSpPr/>
              <p:nvPr/>
            </p:nvSpPr>
            <p:spPr>
              <a:xfrm>
                <a:off x="15622035" y="11961247"/>
                <a:ext cx="4319600" cy="2646671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94" name="弧形 393">
                <a:extLst>
                  <a:ext uri="{FF2B5EF4-FFF2-40B4-BE49-F238E27FC236}">
                    <a16:creationId xmlns:a16="http://schemas.microsoft.com/office/drawing/2014/main" id="{A17B3D4B-2D31-4B88-AC2A-ED6AB7B6978D}"/>
                  </a:ext>
                </a:extLst>
              </p:cNvPr>
              <p:cNvSpPr/>
              <p:nvPr/>
            </p:nvSpPr>
            <p:spPr>
              <a:xfrm rot="17901657">
                <a:off x="15242998" y="13285486"/>
                <a:ext cx="4971175" cy="4341438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95" name="弧形 394">
                <a:extLst>
                  <a:ext uri="{FF2B5EF4-FFF2-40B4-BE49-F238E27FC236}">
                    <a16:creationId xmlns:a16="http://schemas.microsoft.com/office/drawing/2014/main" id="{40533117-50BA-4C0B-83FF-E21CEDBDF8CA}"/>
                  </a:ext>
                </a:extLst>
              </p:cNvPr>
              <p:cNvSpPr/>
              <p:nvPr/>
            </p:nvSpPr>
            <p:spPr>
              <a:xfrm rot="17872389">
                <a:off x="14675140" y="13352182"/>
                <a:ext cx="5856786" cy="400761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96" name="弧形 395">
                <a:extLst>
                  <a:ext uri="{FF2B5EF4-FFF2-40B4-BE49-F238E27FC236}">
                    <a16:creationId xmlns:a16="http://schemas.microsoft.com/office/drawing/2014/main" id="{2F1CE4D0-2CDC-48E9-919C-F99B54C4911E}"/>
                  </a:ext>
                </a:extLst>
              </p:cNvPr>
              <p:cNvSpPr/>
              <p:nvPr/>
            </p:nvSpPr>
            <p:spPr>
              <a:xfrm rot="17872389">
                <a:off x="14052520" y="13380072"/>
                <a:ext cx="6869160" cy="373499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n>
                    <a:solidFill>
                      <a:srgbClr val="FF0000"/>
                    </a:solidFill>
                  </a:ln>
                </a:endParaRPr>
              </a:p>
            </p:txBody>
          </p:sp>
        </p:grp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8C85EAE7-35B5-4012-8C95-6D0E4D2764B1}"/>
                </a:ext>
              </a:extLst>
            </p:cNvPr>
            <p:cNvSpPr txBox="1"/>
            <p:nvPr/>
          </p:nvSpPr>
          <p:spPr>
            <a:xfrm>
              <a:off x="12782307" y="27517388"/>
              <a:ext cx="43043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不同震级下的频率响应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F67DE663-9BA3-4256-89EE-ED60848EDF42}"/>
              </a:ext>
            </a:extLst>
          </p:cNvPr>
          <p:cNvCxnSpPr>
            <a:cxnSpLocks/>
            <a:stCxn id="397" idx="0"/>
            <a:endCxn id="376" idx="3"/>
          </p:cNvCxnSpPr>
          <p:nvPr/>
        </p:nvCxnSpPr>
        <p:spPr>
          <a:xfrm flipV="1">
            <a:off x="12448426" y="16197842"/>
            <a:ext cx="7989" cy="4548246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E6A2E2BA-6FE6-4A4C-884E-E2BC51AED2B4}"/>
              </a:ext>
            </a:extLst>
          </p:cNvPr>
          <p:cNvCxnSpPr>
            <a:cxnSpLocks/>
          </p:cNvCxnSpPr>
          <p:nvPr/>
        </p:nvCxnSpPr>
        <p:spPr>
          <a:xfrm>
            <a:off x="21724058" y="24025884"/>
            <a:ext cx="3353323" cy="0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6EF417C9-2642-45F3-82EE-77077856B476}"/>
              </a:ext>
            </a:extLst>
          </p:cNvPr>
          <p:cNvCxnSpPr>
            <a:cxnSpLocks/>
          </p:cNvCxnSpPr>
          <p:nvPr/>
        </p:nvCxnSpPr>
        <p:spPr>
          <a:xfrm flipV="1">
            <a:off x="14661402" y="14451934"/>
            <a:ext cx="1520892" cy="1049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FC3A0309-8E68-4E23-B421-66856B638B5A}"/>
              </a:ext>
            </a:extLst>
          </p:cNvPr>
          <p:cNvGrpSpPr/>
          <p:nvPr/>
        </p:nvGrpSpPr>
        <p:grpSpPr>
          <a:xfrm>
            <a:off x="18048469" y="19269265"/>
            <a:ext cx="3239384" cy="1962296"/>
            <a:chOff x="20276362" y="29128449"/>
            <a:chExt cx="2624634" cy="1107556"/>
          </a:xfrm>
        </p:grpSpPr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3BC50F79-368B-4E7A-8590-476F7CB1FAFE}"/>
                </a:ext>
              </a:extLst>
            </p:cNvPr>
            <p:cNvSpPr/>
            <p:nvPr/>
          </p:nvSpPr>
          <p:spPr>
            <a:xfrm>
              <a:off x="20413228" y="29355104"/>
              <a:ext cx="2374182" cy="737410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01" name="任意多边形: 形状 400">
              <a:extLst>
                <a:ext uri="{FF2B5EF4-FFF2-40B4-BE49-F238E27FC236}">
                  <a16:creationId xmlns:a16="http://schemas.microsoft.com/office/drawing/2014/main" id="{0C58EB92-845C-4767-98FC-1E4BF654F5EF}"/>
                </a:ext>
              </a:extLst>
            </p:cNvPr>
            <p:cNvSpPr/>
            <p:nvPr/>
          </p:nvSpPr>
          <p:spPr>
            <a:xfrm>
              <a:off x="20429650" y="29400189"/>
              <a:ext cx="2374182" cy="518476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38105ADA-638C-400E-9503-8C21430E70D5}"/>
                </a:ext>
              </a:extLst>
            </p:cNvPr>
            <p:cNvSpPr/>
            <p:nvPr/>
          </p:nvSpPr>
          <p:spPr>
            <a:xfrm>
              <a:off x="20424000" y="29367535"/>
              <a:ext cx="2374182" cy="136212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09" name="矩形 408">
              <a:extLst>
                <a:ext uri="{FF2B5EF4-FFF2-40B4-BE49-F238E27FC236}">
                  <a16:creationId xmlns:a16="http://schemas.microsoft.com/office/drawing/2014/main" id="{C86E64DA-C02F-47DA-8993-F4351BF43512}"/>
                </a:ext>
              </a:extLst>
            </p:cNvPr>
            <p:cNvSpPr/>
            <p:nvPr/>
          </p:nvSpPr>
          <p:spPr>
            <a:xfrm>
              <a:off x="20276362" y="29128449"/>
              <a:ext cx="2624634" cy="1107556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A44C045C-A97A-44E4-B170-EB7D5A1A2FEC}"/>
              </a:ext>
            </a:extLst>
          </p:cNvPr>
          <p:cNvGrpSpPr/>
          <p:nvPr/>
        </p:nvGrpSpPr>
        <p:grpSpPr>
          <a:xfrm>
            <a:off x="13757022" y="11930430"/>
            <a:ext cx="7603985" cy="8858847"/>
            <a:chOff x="14677763" y="21406482"/>
            <a:chExt cx="10446720" cy="9504287"/>
          </a:xfrm>
        </p:grpSpPr>
        <p:sp>
          <p:nvSpPr>
            <p:cNvPr id="410" name="弧形 409">
              <a:extLst>
                <a:ext uri="{FF2B5EF4-FFF2-40B4-BE49-F238E27FC236}">
                  <a16:creationId xmlns:a16="http://schemas.microsoft.com/office/drawing/2014/main" id="{C674C263-BC40-45F6-BCD7-A28EDFA0E0D3}"/>
                </a:ext>
              </a:extLst>
            </p:cNvPr>
            <p:cNvSpPr/>
            <p:nvPr/>
          </p:nvSpPr>
          <p:spPr>
            <a:xfrm rot="21360324" flipH="1">
              <a:off x="16270439" y="21406482"/>
              <a:ext cx="8854044" cy="9000182"/>
            </a:xfrm>
            <a:prstGeom prst="arc">
              <a:avLst>
                <a:gd name="adj1" fmla="val 16542179"/>
                <a:gd name="adj2" fmla="val 5544754"/>
              </a:avLst>
            </a:prstGeom>
            <a:ln w="25400">
              <a:solidFill>
                <a:schemeClr val="accent2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11" name="弧形 410">
              <a:extLst>
                <a:ext uri="{FF2B5EF4-FFF2-40B4-BE49-F238E27FC236}">
                  <a16:creationId xmlns:a16="http://schemas.microsoft.com/office/drawing/2014/main" id="{1F43E48C-4F08-4FED-8DB7-2965E89D8A12}"/>
                </a:ext>
              </a:extLst>
            </p:cNvPr>
            <p:cNvSpPr/>
            <p:nvPr/>
          </p:nvSpPr>
          <p:spPr>
            <a:xfrm rot="21360324" flipH="1">
              <a:off x="16149691" y="23120069"/>
              <a:ext cx="8665341" cy="7550358"/>
            </a:xfrm>
            <a:prstGeom prst="arc">
              <a:avLst>
                <a:gd name="adj1" fmla="val 16554141"/>
                <a:gd name="adj2" fmla="val 5601864"/>
              </a:avLst>
            </a:prstGeom>
            <a:ln w="25400">
              <a:solidFill>
                <a:schemeClr val="accent1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>
                  <a:solidFill>
                    <a:srgbClr val="2E75B6"/>
                  </a:solidFill>
                </a:ln>
              </a:endParaRPr>
            </a:p>
          </p:txBody>
        </p:sp>
        <p:sp>
          <p:nvSpPr>
            <p:cNvPr id="412" name="弧形 411">
              <a:extLst>
                <a:ext uri="{FF2B5EF4-FFF2-40B4-BE49-F238E27FC236}">
                  <a16:creationId xmlns:a16="http://schemas.microsoft.com/office/drawing/2014/main" id="{00311A36-6D5A-4E05-B15D-FA80B3DEED91}"/>
                </a:ext>
              </a:extLst>
            </p:cNvPr>
            <p:cNvSpPr/>
            <p:nvPr/>
          </p:nvSpPr>
          <p:spPr>
            <a:xfrm rot="21360324" flipH="1">
              <a:off x="16004433" y="25506331"/>
              <a:ext cx="8782499" cy="5404438"/>
            </a:xfrm>
            <a:prstGeom prst="arc">
              <a:avLst>
                <a:gd name="adj1" fmla="val 16532118"/>
                <a:gd name="adj2" fmla="val 5606322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13" name="文本框 412">
              <a:extLst>
                <a:ext uri="{FF2B5EF4-FFF2-40B4-BE49-F238E27FC236}">
                  <a16:creationId xmlns:a16="http://schemas.microsoft.com/office/drawing/2014/main" id="{75B457B3-2358-4000-B3D3-7A0A12EF19D3}"/>
                </a:ext>
              </a:extLst>
            </p:cNvPr>
            <p:cNvSpPr txBox="1"/>
            <p:nvPr/>
          </p:nvSpPr>
          <p:spPr>
            <a:xfrm>
              <a:off x="14677763" y="28643886"/>
              <a:ext cx="3222380" cy="115570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rgbClr val="FD7F7F"/>
                  </a:solidFill>
                </a:rPr>
                <a:t>频率响应</a:t>
              </a:r>
              <a:endParaRPr lang="en-US" altLang="zh-CN" dirty="0">
                <a:solidFill>
                  <a:srgbClr val="FD7F7F"/>
                </a:solidFill>
              </a:endParaRPr>
            </a:p>
            <a:p>
              <a:r>
                <a:rPr lang="en-US" altLang="zh-CN" dirty="0">
                  <a:solidFill>
                    <a:srgbClr val="FD7F7F"/>
                  </a:solidFill>
                </a:rPr>
                <a:t>“</a:t>
              </a:r>
              <a:r>
                <a:rPr lang="zh-CN" altLang="en-US" dirty="0">
                  <a:solidFill>
                    <a:srgbClr val="FD7F7F"/>
                  </a:solidFill>
                </a:rPr>
                <a:t>快照</a:t>
              </a:r>
              <a:r>
                <a:rPr lang="en-US" altLang="zh-CN" dirty="0">
                  <a:solidFill>
                    <a:srgbClr val="FD7F7F"/>
                  </a:solidFill>
                </a:rPr>
                <a:t>” </a:t>
              </a:r>
              <a:r>
                <a:rPr lang="zh-CN" altLang="en-US" dirty="0">
                  <a:solidFill>
                    <a:srgbClr val="FD7F7F"/>
                  </a:solidFill>
                </a:rPr>
                <a:t>注入</a:t>
              </a:r>
            </a:p>
          </p:txBody>
        </p:sp>
      </p:grpSp>
      <p:cxnSp>
        <p:nvCxnSpPr>
          <p:cNvPr id="414" name="直接箭头连接符 413">
            <a:extLst>
              <a:ext uri="{FF2B5EF4-FFF2-40B4-BE49-F238E27FC236}">
                <a16:creationId xmlns:a16="http://schemas.microsoft.com/office/drawing/2014/main" id="{4E8DCB2E-75DF-4A3C-AACA-AA61BB3FF0DA}"/>
              </a:ext>
            </a:extLst>
          </p:cNvPr>
          <p:cNvCxnSpPr>
            <a:cxnSpLocks/>
          </p:cNvCxnSpPr>
          <p:nvPr/>
        </p:nvCxnSpPr>
        <p:spPr>
          <a:xfrm flipH="1">
            <a:off x="14179874" y="22398824"/>
            <a:ext cx="804398" cy="283266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F2DD35C7-760E-4478-A866-2E0D8990CBD8}"/>
              </a:ext>
            </a:extLst>
          </p:cNvPr>
          <p:cNvCxnSpPr>
            <a:cxnSpLocks/>
          </p:cNvCxnSpPr>
          <p:nvPr/>
        </p:nvCxnSpPr>
        <p:spPr>
          <a:xfrm>
            <a:off x="17101785" y="22589333"/>
            <a:ext cx="959244" cy="1136865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文本框 425">
            <a:extLst>
              <a:ext uri="{FF2B5EF4-FFF2-40B4-BE49-F238E27FC236}">
                <a16:creationId xmlns:a16="http://schemas.microsoft.com/office/drawing/2014/main" id="{867B9F96-C067-4C6E-9FB6-E9BE43E2FAF2}"/>
              </a:ext>
            </a:extLst>
          </p:cNvPr>
          <p:cNvSpPr txBox="1"/>
          <p:nvPr/>
        </p:nvSpPr>
        <p:spPr>
          <a:xfrm>
            <a:off x="18289634" y="18503016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相对频率响应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B6CA96B7-9707-4BC2-BB81-8B7F31C79A9D}"/>
                  </a:ext>
                </a:extLst>
              </p:cNvPr>
              <p:cNvSpPr txBox="1"/>
              <p:nvPr/>
            </p:nvSpPr>
            <p:spPr>
              <a:xfrm>
                <a:off x="11609882" y="22848028"/>
                <a:ext cx="106108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B6CA96B7-9707-4BC2-BB81-8B7F31C7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882" y="22848028"/>
                <a:ext cx="1061081" cy="698781"/>
              </a:xfrm>
              <a:prstGeom prst="rect">
                <a:avLst/>
              </a:prstGeom>
              <a:blipFill>
                <a:blip r:embed="rId61"/>
                <a:stretch>
                  <a:fillRect r="-5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658E0565-07AA-43DA-9A4D-D427B85FA272}"/>
                  </a:ext>
                </a:extLst>
              </p:cNvPr>
              <p:cNvSpPr txBox="1"/>
              <p:nvPr/>
            </p:nvSpPr>
            <p:spPr>
              <a:xfrm>
                <a:off x="18901090" y="24093778"/>
                <a:ext cx="1766289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𝒕𝒂𝒓𝒈𝒆𝒕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658E0565-07AA-43DA-9A4D-D427B85FA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1090" y="24093778"/>
                <a:ext cx="1766289" cy="698781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F5364F6-8463-4DE9-AC9D-DD68E0DBA76F}"/>
                  </a:ext>
                </a:extLst>
              </p:cNvPr>
              <p:cNvSpPr txBox="1"/>
              <p:nvPr/>
            </p:nvSpPr>
            <p:spPr>
              <a:xfrm>
                <a:off x="18309666" y="20470047"/>
                <a:ext cx="1444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𝒆𝒍𝒂𝒕𝒊𝒗𝒆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F5364F6-8463-4DE9-AC9D-DD68E0DBA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9666" y="20470047"/>
                <a:ext cx="1444000" cy="646331"/>
              </a:xfrm>
              <a:prstGeom prst="rect">
                <a:avLst/>
              </a:prstGeom>
              <a:blipFill>
                <a:blip r:embed="rId63"/>
                <a:stretch>
                  <a:fillRect r="-28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0B13093B-562D-4664-96A0-56343FA2409F}"/>
                  </a:ext>
                </a:extLst>
              </p:cNvPr>
              <p:cNvSpPr txBox="1"/>
              <p:nvPr/>
            </p:nvSpPr>
            <p:spPr>
              <a:xfrm>
                <a:off x="14610210" y="21373475"/>
                <a:ext cx="3090494" cy="1317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𝒕𝒂𝒓𝒈𝒆𝒕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𝒐𝒓𝒊𝒈𝒊𝒏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0B13093B-562D-4664-96A0-56343FA24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210" y="21373475"/>
                <a:ext cx="3090494" cy="1317605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93FDBD22-6BC7-45AA-B71D-08AB9E56FB45}"/>
                  </a:ext>
                </a:extLst>
              </p:cNvPr>
              <p:cNvSpPr txBox="1"/>
              <p:nvPr/>
            </p:nvSpPr>
            <p:spPr>
              <a:xfrm>
                <a:off x="15768842" y="3461848"/>
                <a:ext cx="106108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93FDBD22-6BC7-45AA-B71D-08AB9E56F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842" y="3461848"/>
                <a:ext cx="1061081" cy="698781"/>
              </a:xfrm>
              <a:prstGeom prst="rect">
                <a:avLst/>
              </a:prstGeom>
              <a:blipFill>
                <a:blip r:embed="rId65"/>
                <a:stretch>
                  <a:fillRect r="-5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8" name="连接符: 肘形 437">
            <a:extLst>
              <a:ext uri="{FF2B5EF4-FFF2-40B4-BE49-F238E27FC236}">
                <a16:creationId xmlns:a16="http://schemas.microsoft.com/office/drawing/2014/main" id="{7C6F5B89-6439-40DB-A1A0-E0D7AABEDCD3}"/>
              </a:ext>
            </a:extLst>
          </p:cNvPr>
          <p:cNvCxnSpPr>
            <a:cxnSpLocks/>
            <a:stCxn id="332" idx="3"/>
          </p:cNvCxnSpPr>
          <p:nvPr/>
        </p:nvCxnSpPr>
        <p:spPr>
          <a:xfrm flipH="1" flipV="1">
            <a:off x="24196838" y="17073221"/>
            <a:ext cx="7568486" cy="1740236"/>
          </a:xfrm>
          <a:prstGeom prst="bentConnector3">
            <a:avLst>
              <a:gd name="adj1" fmla="val -1666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文本框 438">
            <a:extLst>
              <a:ext uri="{FF2B5EF4-FFF2-40B4-BE49-F238E27FC236}">
                <a16:creationId xmlns:a16="http://schemas.microsoft.com/office/drawing/2014/main" id="{54F05CC6-6FAE-4E55-9832-91678ABDB629}"/>
              </a:ext>
            </a:extLst>
          </p:cNvPr>
          <p:cNvSpPr txBox="1"/>
          <p:nvPr/>
        </p:nvSpPr>
        <p:spPr>
          <a:xfrm>
            <a:off x="25548942" y="17307870"/>
            <a:ext cx="327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权重反向传播</a:t>
            </a:r>
            <a:endParaRPr lang="zh-CN" altLang="en-US" sz="40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44" name="直接箭头连接符 443">
            <a:extLst>
              <a:ext uri="{FF2B5EF4-FFF2-40B4-BE49-F238E27FC236}">
                <a16:creationId xmlns:a16="http://schemas.microsoft.com/office/drawing/2014/main" id="{129EB29C-5634-445D-A66B-4D809EC3D089}"/>
              </a:ext>
            </a:extLst>
          </p:cNvPr>
          <p:cNvCxnSpPr>
            <a:cxnSpLocks/>
          </p:cNvCxnSpPr>
          <p:nvPr/>
        </p:nvCxnSpPr>
        <p:spPr>
          <a:xfrm flipH="1">
            <a:off x="17201099" y="21269080"/>
            <a:ext cx="806535" cy="480470"/>
          </a:xfrm>
          <a:prstGeom prst="straightConnector1">
            <a:avLst/>
          </a:prstGeom>
          <a:ln w="4127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流程图: 终止 454">
            <a:extLst>
              <a:ext uri="{FF2B5EF4-FFF2-40B4-BE49-F238E27FC236}">
                <a16:creationId xmlns:a16="http://schemas.microsoft.com/office/drawing/2014/main" id="{CA1D35FF-3813-4C02-A12C-A25068FD6DF1}"/>
              </a:ext>
            </a:extLst>
          </p:cNvPr>
          <p:cNvSpPr/>
          <p:nvPr/>
        </p:nvSpPr>
        <p:spPr>
          <a:xfrm>
            <a:off x="14984277" y="21316371"/>
            <a:ext cx="2200552" cy="1436129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文本框 469">
            <a:extLst>
              <a:ext uri="{FF2B5EF4-FFF2-40B4-BE49-F238E27FC236}">
                <a16:creationId xmlns:a16="http://schemas.microsoft.com/office/drawing/2014/main" id="{93700CC7-942F-4505-905D-863383B17D6A}"/>
              </a:ext>
            </a:extLst>
          </p:cNvPr>
          <p:cNvSpPr txBox="1"/>
          <p:nvPr/>
        </p:nvSpPr>
        <p:spPr>
          <a:xfrm>
            <a:off x="18830485" y="8773624"/>
            <a:ext cx="13484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endParaRPr lang="zh-CN" altLang="en-US" sz="6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C88A93BE-8452-4F3B-B089-500BC36D64D9}"/>
              </a:ext>
            </a:extLst>
          </p:cNvPr>
          <p:cNvCxnSpPr>
            <a:cxnSpLocks/>
          </p:cNvCxnSpPr>
          <p:nvPr/>
        </p:nvCxnSpPr>
        <p:spPr>
          <a:xfrm>
            <a:off x="6103481" y="14561502"/>
            <a:ext cx="1250078" cy="14536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文本框 310">
            <a:extLst>
              <a:ext uri="{FF2B5EF4-FFF2-40B4-BE49-F238E27FC236}">
                <a16:creationId xmlns:a16="http://schemas.microsoft.com/office/drawing/2014/main" id="{04BD4D6A-737A-4F0D-8D5B-2B0AFDFFE84A}"/>
              </a:ext>
            </a:extLst>
          </p:cNvPr>
          <p:cNvSpPr txBox="1"/>
          <p:nvPr/>
        </p:nvSpPr>
        <p:spPr>
          <a:xfrm>
            <a:off x="2393236" y="13734311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3200" dirty="0"/>
              <a:t>多震级下的正弦扫频信号</a:t>
            </a:r>
          </a:p>
        </p:txBody>
      </p:sp>
    </p:spTree>
    <p:extLst>
      <p:ext uri="{BB962C8B-B14F-4D97-AF65-F5344CB8AC3E}">
        <p14:creationId xmlns:p14="http://schemas.microsoft.com/office/powerpoint/2010/main" val="4115798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自选图形 7"/>
          <p:cNvSpPr>
            <a:spLocks noChangeArrowheads="1"/>
          </p:cNvSpPr>
          <p:nvPr/>
        </p:nvSpPr>
        <p:spPr bwMode="auto">
          <a:xfrm>
            <a:off x="8100226" y="4205921"/>
            <a:ext cx="17099623" cy="26066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0000"/>
          </a:solidFill>
          <a:ln w="9525">
            <a:solidFill>
              <a:schemeClr val="folHlink"/>
            </a:solidFill>
            <a:round/>
          </a:ln>
        </p:spPr>
        <p:txBody>
          <a:bodyPr/>
          <a:lstStyle/>
          <a:p>
            <a:endParaRPr lang="zh-CN" altLang="en-US" sz="7232">
              <a:latin typeface="Calibri" panose="020F0502020204030204" pitchFamily="34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9338783" y="7119262"/>
            <a:ext cx="19690006" cy="369152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1694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谢 谢！</a:t>
            </a:r>
            <a:endParaRPr lang="en-US" altLang="zh-CN" sz="11694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defRPr/>
            </a:pPr>
            <a:r>
              <a:rPr lang="zh-CN" altLang="en-US" sz="11694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请各位老师、同学批评指正！</a:t>
            </a:r>
          </a:p>
        </p:txBody>
      </p:sp>
      <p:pic>
        <p:nvPicPr>
          <p:cNvPr id="2" name="Picture 2" descr="C:\Users\Administrator\Desktop\jd-xhh.jpg">
            <a:extLst>
              <a:ext uri="{FF2B5EF4-FFF2-40B4-BE49-F238E27FC236}">
                <a16:creationId xmlns:a16="http://schemas.microsoft.com/office/drawing/2014/main" id="{F7EE63EB-0D6B-D09C-E88A-F144828DD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57039" y="2934489"/>
            <a:ext cx="1411684" cy="141168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D478-F910-145F-4275-091CBAE3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D15FA17D-60C8-423C-9BA5-22FD2E7DF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2209" y="3740037"/>
            <a:ext cx="3708587" cy="58418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06177BB-D6F7-4D06-892C-DE93D94BE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2550" y="2898954"/>
            <a:ext cx="2045904" cy="16848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C38F9C3-D5B3-4EC5-8484-5D0FE5230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8346" y="15837453"/>
            <a:ext cx="5512450" cy="1042585"/>
          </a:xfrm>
          <a:prstGeom prst="rect">
            <a:avLst/>
          </a:prstGeom>
        </p:spPr>
      </p:pic>
      <p:cxnSp>
        <p:nvCxnSpPr>
          <p:cNvPr id="438" name="连接符: 肘形 437">
            <a:extLst>
              <a:ext uri="{FF2B5EF4-FFF2-40B4-BE49-F238E27FC236}">
                <a16:creationId xmlns:a16="http://schemas.microsoft.com/office/drawing/2014/main" id="{1E066B75-9FE8-BE53-CAA8-14D80601A3DF}"/>
              </a:ext>
            </a:extLst>
          </p:cNvPr>
          <p:cNvCxnSpPr>
            <a:cxnSpLocks/>
          </p:cNvCxnSpPr>
          <p:nvPr/>
        </p:nvCxnSpPr>
        <p:spPr>
          <a:xfrm rot="10800000">
            <a:off x="23911343" y="9470591"/>
            <a:ext cx="6154413" cy="887113"/>
          </a:xfrm>
          <a:prstGeom prst="bentConnector3">
            <a:avLst>
              <a:gd name="adj1" fmla="val 8930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47693872-4528-4CCC-D4AA-4210872ADB73}"/>
              </a:ext>
            </a:extLst>
          </p:cNvPr>
          <p:cNvGrpSpPr/>
          <p:nvPr/>
        </p:nvGrpSpPr>
        <p:grpSpPr>
          <a:xfrm>
            <a:off x="25066196" y="2770430"/>
            <a:ext cx="3664861" cy="5010235"/>
            <a:chOff x="31049400" y="2720291"/>
            <a:chExt cx="4142278" cy="2201924"/>
          </a:xfrm>
        </p:grpSpPr>
        <p:pic>
          <p:nvPicPr>
            <p:cNvPr id="317" name="图片 316">
              <a:extLst>
                <a:ext uri="{FF2B5EF4-FFF2-40B4-BE49-F238E27FC236}">
                  <a16:creationId xmlns:a16="http://schemas.microsoft.com/office/drawing/2014/main" id="{4FF7A198-7405-7FC2-D1EF-3E57E88AE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0" name="图片 319">
              <a:extLst>
                <a:ext uri="{FF2B5EF4-FFF2-40B4-BE49-F238E27FC236}">
                  <a16:creationId xmlns:a16="http://schemas.microsoft.com/office/drawing/2014/main" id="{E11FB05A-78DF-4687-10DE-13DB8A0EA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1" name="图片 320">
              <a:extLst>
                <a:ext uri="{FF2B5EF4-FFF2-40B4-BE49-F238E27FC236}">
                  <a16:creationId xmlns:a16="http://schemas.microsoft.com/office/drawing/2014/main" id="{F0D8E95B-2F6F-3B80-E4F8-29A9A0BB7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296A2CB2-831A-7B70-2F0C-03923A78D635}"/>
              </a:ext>
            </a:extLst>
          </p:cNvPr>
          <p:cNvGrpSpPr/>
          <p:nvPr/>
        </p:nvGrpSpPr>
        <p:grpSpPr>
          <a:xfrm>
            <a:off x="4035834" y="1167666"/>
            <a:ext cx="4174455" cy="4962899"/>
            <a:chOff x="7231093" y="2452853"/>
            <a:chExt cx="4174454" cy="4962899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554F8A3D-345F-1221-BAB8-6F23475F35BF}"/>
                </a:ext>
              </a:extLst>
            </p:cNvPr>
            <p:cNvSpPr/>
            <p:nvPr/>
          </p:nvSpPr>
          <p:spPr>
            <a:xfrm>
              <a:off x="7986016" y="5906327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32557F7-D245-B024-D193-B1239AF9D7BA}"/>
                    </a:ext>
                  </a:extLst>
                </p:cNvPr>
                <p:cNvSpPr txBox="1"/>
                <p:nvPr/>
              </p:nvSpPr>
              <p:spPr>
                <a:xfrm>
                  <a:off x="7753445" y="5983226"/>
                  <a:ext cx="66601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32557F7-D245-B024-D193-B1239AF9D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3445" y="5983226"/>
                  <a:ext cx="66601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6824C703-66A2-B8FA-4996-9289D158E871}"/>
                </a:ext>
              </a:extLst>
            </p:cNvPr>
            <p:cNvSpPr/>
            <p:nvPr/>
          </p:nvSpPr>
          <p:spPr>
            <a:xfrm>
              <a:off x="9229658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3C2A7D5-165D-0A14-0792-A7047F6C5988}"/>
                    </a:ext>
                  </a:extLst>
                </p:cNvPr>
                <p:cNvSpPr txBox="1"/>
                <p:nvPr/>
              </p:nvSpPr>
              <p:spPr>
                <a:xfrm>
                  <a:off x="8997090" y="5933238"/>
                  <a:ext cx="101386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3C2A7D5-165D-0A14-0792-A7047F6C5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090" y="5933238"/>
                  <a:ext cx="101386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2E8BF5CC-5CC8-C8FE-7956-2A636ECF0676}"/>
                </a:ext>
              </a:extLst>
            </p:cNvPr>
            <p:cNvSpPr/>
            <p:nvPr/>
          </p:nvSpPr>
          <p:spPr>
            <a:xfrm>
              <a:off x="10475652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FBE88491-AED8-4BA9-1078-40C1C7FF9142}"/>
                    </a:ext>
                  </a:extLst>
                </p:cNvPr>
                <p:cNvSpPr txBox="1"/>
                <p:nvPr/>
              </p:nvSpPr>
              <p:spPr>
                <a:xfrm>
                  <a:off x="10243083" y="5933238"/>
                  <a:ext cx="101386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FBE88491-AED8-4BA9-1078-40C1C7FF9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083" y="5933238"/>
                  <a:ext cx="101386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EF4D979D-CA3E-8CAB-7760-7AA1EF3ADB73}"/>
                </a:ext>
              </a:extLst>
            </p:cNvPr>
            <p:cNvSpPr/>
            <p:nvPr/>
          </p:nvSpPr>
          <p:spPr>
            <a:xfrm>
              <a:off x="8708043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4C01BA73-A068-EBF2-7E5F-A1ECACB6B2B7}"/>
                    </a:ext>
                  </a:extLst>
                </p:cNvPr>
                <p:cNvSpPr txBox="1"/>
                <p:nvPr/>
              </p:nvSpPr>
              <p:spPr>
                <a:xfrm>
                  <a:off x="7617328" y="4292828"/>
                  <a:ext cx="102188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4C01BA73-A068-EBF2-7E5F-A1ECACB6B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28" y="4292828"/>
                  <a:ext cx="102188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D308D626-9B76-9688-2F69-D6E0B4EB371D}"/>
                </a:ext>
              </a:extLst>
            </p:cNvPr>
            <p:cNvSpPr/>
            <p:nvPr/>
          </p:nvSpPr>
          <p:spPr>
            <a:xfrm>
              <a:off x="9649427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FABE41C2-102D-6712-040B-6A4C4EC07714}"/>
                    </a:ext>
                  </a:extLst>
                </p:cNvPr>
                <p:cNvSpPr txBox="1"/>
                <p:nvPr/>
              </p:nvSpPr>
              <p:spPr>
                <a:xfrm>
                  <a:off x="9773918" y="4272127"/>
                  <a:ext cx="102188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FABE41C2-102D-6712-040B-6A4C4EC07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18" y="4272127"/>
                  <a:ext cx="102188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0DC6C81E-C07B-2305-B5D6-8E5A4BF1A636}"/>
                </a:ext>
              </a:extLst>
            </p:cNvPr>
            <p:cNvCxnSpPr>
              <a:cxnSpLocks/>
              <a:stCxn id="152" idx="7"/>
            </p:cNvCxnSpPr>
            <p:nvPr/>
          </p:nvCxnSpPr>
          <p:spPr>
            <a:xfrm flipV="1">
              <a:off x="8150299" y="4751460"/>
              <a:ext cx="605223" cy="118305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8CC889E0-8DE5-D41E-F97C-87940241E150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H="1" flipV="1">
              <a:off x="8856770" y="4796459"/>
              <a:ext cx="469124" cy="105988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D1719E23-64D9-F011-54F2-1B09BBACA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052" y="4751460"/>
              <a:ext cx="1628950" cy="129221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57A1137-D1E6-E30F-C255-A3B4B32E85D3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9325893" y="4788534"/>
              <a:ext cx="386752" cy="106780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AC87A623-58C9-054C-E844-7BF6B1C158EE}"/>
                </a:ext>
              </a:extLst>
            </p:cNvPr>
            <p:cNvCxnSpPr>
              <a:cxnSpLocks/>
              <a:stCxn id="148" idx="1"/>
            </p:cNvCxnSpPr>
            <p:nvPr/>
          </p:nvCxnSpPr>
          <p:spPr>
            <a:xfrm flipH="1" flipV="1">
              <a:off x="9757430" y="4746471"/>
              <a:ext cx="746408" cy="11380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6353E74-A221-37FC-1372-4076F65E286D}"/>
                    </a:ext>
                  </a:extLst>
                </p:cNvPr>
                <p:cNvSpPr txBox="1"/>
                <p:nvPr/>
              </p:nvSpPr>
              <p:spPr>
                <a:xfrm>
                  <a:off x="8910372" y="3553273"/>
                  <a:ext cx="6740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6353E74-A221-37FC-1372-4076F65E2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0372" y="3553273"/>
                  <a:ext cx="674031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1410F40F-4F40-50BE-C5B8-2FB9C84D7C7D}"/>
                </a:ext>
              </a:extLst>
            </p:cNvPr>
            <p:cNvSpPr/>
            <p:nvPr/>
          </p:nvSpPr>
          <p:spPr>
            <a:xfrm>
              <a:off x="9180605" y="4287816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734DB3C8-A546-B424-AE2B-5BBE63A934E9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V="1">
              <a:off x="8136786" y="4480286"/>
              <a:ext cx="1140055" cy="149739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3CD7962-8D36-2F08-48A5-B13AEAD1563D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53783" cy="150294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AB2728E-59D6-775E-DBE6-4548B55C480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1283278" cy="147228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EEF6CD95-408B-B73A-ACA5-E333EAD26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7097" y="4452101"/>
              <a:ext cx="401694" cy="29437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7B2C210E-0E20-9E9B-6A16-57DD0856C4AA}"/>
                </a:ext>
              </a:extLst>
            </p:cNvPr>
            <p:cNvCxnSpPr>
              <a:cxnSpLocks/>
              <a:endCxn id="118" idx="5"/>
            </p:cNvCxnSpPr>
            <p:nvPr/>
          </p:nvCxnSpPr>
          <p:spPr>
            <a:xfrm flipH="1" flipV="1">
              <a:off x="9344889" y="4452099"/>
              <a:ext cx="429032" cy="29437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F54CD2E-E936-3FA9-A2C5-9ECD2D6EB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3644" y="4762709"/>
              <a:ext cx="1686474" cy="11705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B0AB6C7E-E3D9-75D8-28B2-08D8C01A0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771" y="4706461"/>
              <a:ext cx="944979" cy="112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31DA9758-C6F2-2F0D-EB7C-CBF80F6037FE}"/>
                </a:ext>
              </a:extLst>
            </p:cNvPr>
            <p:cNvSpPr/>
            <p:nvPr/>
          </p:nvSpPr>
          <p:spPr>
            <a:xfrm>
              <a:off x="7231093" y="3305885"/>
              <a:ext cx="4174454" cy="410986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B9AB2DDC-05E2-5E5D-8E04-E295ECD759F0}"/>
                </a:ext>
              </a:extLst>
            </p:cNvPr>
            <p:cNvSpPr txBox="1"/>
            <p:nvPr/>
          </p:nvSpPr>
          <p:spPr>
            <a:xfrm>
              <a:off x="7314887" y="2452853"/>
              <a:ext cx="40068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Wiener linear layer</a:t>
              </a:r>
              <a:endPara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F40FB61B-C344-A244-0670-DF383D87CAE3}"/>
              </a:ext>
            </a:extLst>
          </p:cNvPr>
          <p:cNvGrpSpPr/>
          <p:nvPr/>
        </p:nvGrpSpPr>
        <p:grpSpPr>
          <a:xfrm>
            <a:off x="28242507" y="1297526"/>
            <a:ext cx="9075057" cy="3982489"/>
            <a:chOff x="1760688" y="8240267"/>
            <a:chExt cx="8727615" cy="4118815"/>
          </a:xfrm>
        </p:grpSpPr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C3ABAD0D-A36B-8BFB-5E5D-2FCF1536B63C}"/>
                </a:ext>
              </a:extLst>
            </p:cNvPr>
            <p:cNvCxnSpPr>
              <a:cxnSpLocks/>
              <a:stCxn id="31" idx="3"/>
              <a:endCxn id="45" idx="1"/>
            </p:cNvCxnSpPr>
            <p:nvPr/>
          </p:nvCxnSpPr>
          <p:spPr>
            <a:xfrm flipV="1">
              <a:off x="5793785" y="10722471"/>
              <a:ext cx="662642" cy="4280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0BC32CB-B638-6CC9-A6A3-E4DC13C73FE5}"/>
                </a:ext>
              </a:extLst>
            </p:cNvPr>
            <p:cNvSpPr txBox="1"/>
            <p:nvPr/>
          </p:nvSpPr>
          <p:spPr>
            <a:xfrm>
              <a:off x="4574750" y="11493060"/>
              <a:ext cx="177659" cy="54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E0215EB-EF43-B061-68F9-58715796929D}"/>
                </a:ext>
              </a:extLst>
            </p:cNvPr>
            <p:cNvSpPr/>
            <p:nvPr/>
          </p:nvSpPr>
          <p:spPr>
            <a:xfrm>
              <a:off x="3328123" y="9969609"/>
              <a:ext cx="2465662" cy="159133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p:sp>
          <p:nvSpPr>
            <p:cNvPr id="45" name="流程图: 终止 44">
              <a:extLst>
                <a:ext uri="{FF2B5EF4-FFF2-40B4-BE49-F238E27FC236}">
                  <a16:creationId xmlns:a16="http://schemas.microsoft.com/office/drawing/2014/main" id="{F3CA72C6-1634-04CE-FA7C-EBB8B5DD48D9}"/>
                </a:ext>
              </a:extLst>
            </p:cNvPr>
            <p:cNvSpPr/>
            <p:nvPr/>
          </p:nvSpPr>
          <p:spPr>
            <a:xfrm>
              <a:off x="6456427" y="9884003"/>
              <a:ext cx="4031876" cy="1676936"/>
            </a:xfrm>
            <a:prstGeom prst="flowChartTerminator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DDAD8F28-A213-B640-C512-9CF094E3BAAE}"/>
                </a:ext>
              </a:extLst>
            </p:cNvPr>
            <p:cNvSpPr txBox="1"/>
            <p:nvPr/>
          </p:nvSpPr>
          <p:spPr>
            <a:xfrm>
              <a:off x="1760688" y="8240267"/>
              <a:ext cx="5805784" cy="668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3600" b="1" dirty="0"/>
                <a:t>Kolmogorov-Arnold Network</a:t>
              </a:r>
              <a:endParaRPr lang="zh-CN" altLang="en-US" sz="3600" b="1" dirty="0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FEC5CB67-CFDC-518E-7EC0-9EB17B834E70}"/>
                </a:ext>
              </a:extLst>
            </p:cNvPr>
            <p:cNvSpPr/>
            <p:nvPr/>
          </p:nvSpPr>
          <p:spPr>
            <a:xfrm>
              <a:off x="3015530" y="9210120"/>
              <a:ext cx="3052201" cy="314896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</p:grpSp>
      <p:sp>
        <p:nvSpPr>
          <p:cNvPr id="26" name="椭圆 25">
            <a:extLst>
              <a:ext uri="{FF2B5EF4-FFF2-40B4-BE49-F238E27FC236}">
                <a16:creationId xmlns:a16="http://schemas.microsoft.com/office/drawing/2014/main" id="{046DCA3A-F2D0-AD17-A66A-8F89BAD9373C}"/>
              </a:ext>
            </a:extLst>
          </p:cNvPr>
          <p:cNvSpPr/>
          <p:nvPr/>
        </p:nvSpPr>
        <p:spPr>
          <a:xfrm rot="5400000">
            <a:off x="20432616" y="2920314"/>
            <a:ext cx="1286696" cy="13182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97C9E56A-239F-AF1B-9A5B-F25A980D3C3A}"/>
              </a:ext>
            </a:extLst>
          </p:cNvPr>
          <p:cNvSpPr/>
          <p:nvPr/>
        </p:nvSpPr>
        <p:spPr>
          <a:xfrm rot="5400000">
            <a:off x="17092488" y="2984735"/>
            <a:ext cx="1470272" cy="1471037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/>
          </a:p>
        </p:txBody>
      </p:sp>
      <p:cxnSp>
        <p:nvCxnSpPr>
          <p:cNvPr id="428" name="直接箭头连接符 427">
            <a:extLst>
              <a:ext uri="{FF2B5EF4-FFF2-40B4-BE49-F238E27FC236}">
                <a16:creationId xmlns:a16="http://schemas.microsoft.com/office/drawing/2014/main" id="{0E70632B-22F4-D946-228F-EC8A78D674F4}"/>
              </a:ext>
            </a:extLst>
          </p:cNvPr>
          <p:cNvCxnSpPr>
            <a:cxnSpLocks/>
            <a:stCxn id="422" idx="4"/>
            <a:endCxn id="139" idx="6"/>
          </p:cNvCxnSpPr>
          <p:nvPr/>
        </p:nvCxnSpPr>
        <p:spPr>
          <a:xfrm flipH="1">
            <a:off x="8210287" y="3720254"/>
            <a:ext cx="8881819" cy="3553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直接箭头连接符 424">
            <a:extLst>
              <a:ext uri="{FF2B5EF4-FFF2-40B4-BE49-F238E27FC236}">
                <a16:creationId xmlns:a16="http://schemas.microsoft.com/office/drawing/2014/main" id="{C6D703A7-6DB0-EA2B-A7D9-558A94AA40A0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1735086" y="2378680"/>
            <a:ext cx="8852792" cy="120075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1D8ED4C-15FD-3B9A-E0E6-6E475BD969C2}"/>
              </a:ext>
            </a:extLst>
          </p:cNvPr>
          <p:cNvCxnSpPr>
            <a:cxnSpLocks/>
          </p:cNvCxnSpPr>
          <p:nvPr/>
        </p:nvCxnSpPr>
        <p:spPr>
          <a:xfrm>
            <a:off x="31099722" y="11043231"/>
            <a:ext cx="448731" cy="7283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800C2242-D130-B1D6-36FE-BA5B765DE927}"/>
              </a:ext>
            </a:extLst>
          </p:cNvPr>
          <p:cNvGrpSpPr/>
          <p:nvPr/>
        </p:nvGrpSpPr>
        <p:grpSpPr>
          <a:xfrm>
            <a:off x="30885089" y="11132249"/>
            <a:ext cx="6654007" cy="5925466"/>
            <a:chOff x="31137913" y="10952338"/>
            <a:chExt cx="6654007" cy="7224295"/>
          </a:xfrm>
        </p:grpSpPr>
        <p:pic>
          <p:nvPicPr>
            <p:cNvPr id="459" name="图片 458">
              <a:extLst>
                <a:ext uri="{FF2B5EF4-FFF2-40B4-BE49-F238E27FC236}">
                  <a16:creationId xmlns:a16="http://schemas.microsoft.com/office/drawing/2014/main" id="{80ACF8F4-3237-C3F6-1AA3-62F6356784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1615" b="-10545"/>
            <a:stretch/>
          </p:blipFill>
          <p:spPr>
            <a:xfrm>
              <a:off x="31493256" y="12131862"/>
              <a:ext cx="5690914" cy="4939863"/>
            </a:xfrm>
            <a:prstGeom prst="rect">
              <a:avLst/>
            </a:prstGeom>
          </p:spPr>
        </p:pic>
        <p:grpSp>
          <p:nvGrpSpPr>
            <p:cNvPr id="572" name="组合 571">
              <a:extLst>
                <a:ext uri="{FF2B5EF4-FFF2-40B4-BE49-F238E27FC236}">
                  <a16:creationId xmlns:a16="http://schemas.microsoft.com/office/drawing/2014/main" id="{7504C6E7-A805-9FE0-7991-B251E87515CA}"/>
                </a:ext>
              </a:extLst>
            </p:cNvPr>
            <p:cNvGrpSpPr/>
            <p:nvPr/>
          </p:nvGrpSpPr>
          <p:grpSpPr>
            <a:xfrm>
              <a:off x="31137913" y="10952338"/>
              <a:ext cx="6654007" cy="7224295"/>
              <a:chOff x="33503929" y="11641843"/>
              <a:chExt cx="6654007" cy="7224295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8A958C0-1522-ED17-7CBE-5C06C75C1B46}"/>
                  </a:ext>
                </a:extLst>
              </p:cNvPr>
              <p:cNvSpPr txBox="1"/>
              <p:nvPr/>
            </p:nvSpPr>
            <p:spPr>
              <a:xfrm>
                <a:off x="34501849" y="11641843"/>
                <a:ext cx="4634603" cy="7880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3200" b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sz="3600" dirty="0"/>
                  <a:t>Amplitude-Based Loss</a:t>
                </a:r>
                <a:endParaRPr lang="zh-CN" altLang="en-US" sz="3600" dirty="0"/>
              </a:p>
            </p:txBody>
          </p:sp>
          <p:grpSp>
            <p:nvGrpSpPr>
              <p:cNvPr id="535" name="组合 534">
                <a:extLst>
                  <a:ext uri="{FF2B5EF4-FFF2-40B4-BE49-F238E27FC236}">
                    <a16:creationId xmlns:a16="http://schemas.microsoft.com/office/drawing/2014/main" id="{9F0B0DC6-FC10-F8DD-C0BF-C34D46F4F09C}"/>
                  </a:ext>
                </a:extLst>
              </p:cNvPr>
              <p:cNvGrpSpPr/>
              <p:nvPr/>
            </p:nvGrpSpPr>
            <p:grpSpPr>
              <a:xfrm>
                <a:off x="33503929" y="12362177"/>
                <a:ext cx="6654007" cy="6503961"/>
                <a:chOff x="32226850" y="13011650"/>
                <a:chExt cx="8132503" cy="7949118"/>
              </a:xfrm>
            </p:grpSpPr>
            <p:grpSp>
              <p:nvGrpSpPr>
                <p:cNvPr id="534" name="组合 533">
                  <a:extLst>
                    <a:ext uri="{FF2B5EF4-FFF2-40B4-BE49-F238E27FC236}">
                      <a16:creationId xmlns:a16="http://schemas.microsoft.com/office/drawing/2014/main" id="{C9102FA2-2CC9-F334-CEE5-E928BB3178C1}"/>
                    </a:ext>
                  </a:extLst>
                </p:cNvPr>
                <p:cNvGrpSpPr/>
                <p:nvPr/>
              </p:nvGrpSpPr>
              <p:grpSpPr>
                <a:xfrm>
                  <a:off x="32226850" y="13011650"/>
                  <a:ext cx="8132503" cy="7949118"/>
                  <a:chOff x="32226850" y="13011650"/>
                  <a:chExt cx="8132503" cy="7949118"/>
                </a:xfrm>
              </p:grpSpPr>
              <p:sp>
                <p:nvSpPr>
                  <p:cNvPr id="33" name="矩形: 圆角 32">
                    <a:extLst>
                      <a:ext uri="{FF2B5EF4-FFF2-40B4-BE49-F238E27FC236}">
                        <a16:creationId xmlns:a16="http://schemas.microsoft.com/office/drawing/2014/main" id="{2C4C818E-5CCF-D76E-7CDF-329D526B0B54}"/>
                      </a:ext>
                    </a:extLst>
                  </p:cNvPr>
                  <p:cNvSpPr/>
                  <p:nvPr/>
                </p:nvSpPr>
                <p:spPr>
                  <a:xfrm>
                    <a:off x="32226850" y="13011650"/>
                    <a:ext cx="8132503" cy="7949118"/>
                  </a:xfrm>
                  <a:prstGeom prst="roundRect">
                    <a:avLst/>
                  </a:prstGeom>
                  <a:noFill/>
                  <a:ln w="2540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 b="1"/>
                  </a:p>
                </p:txBody>
              </p:sp>
              <p:sp>
                <p:nvSpPr>
                  <p:cNvPr id="522" name="弧形 521">
                    <a:extLst>
                      <a:ext uri="{FF2B5EF4-FFF2-40B4-BE49-F238E27FC236}">
                        <a16:creationId xmlns:a16="http://schemas.microsoft.com/office/drawing/2014/main" id="{711F8BB2-DF33-9063-62A1-5D813844A097}"/>
                      </a:ext>
                    </a:extLst>
                  </p:cNvPr>
                  <p:cNvSpPr/>
                  <p:nvPr/>
                </p:nvSpPr>
                <p:spPr>
                  <a:xfrm rot="797706" flipV="1">
                    <a:off x="37062428" y="14324916"/>
                    <a:ext cx="2909006" cy="6094586"/>
                  </a:xfrm>
                  <a:prstGeom prst="arc">
                    <a:avLst>
                      <a:gd name="adj1" fmla="val 19056900"/>
                      <a:gd name="adj2" fmla="val 3987019"/>
                    </a:avLst>
                  </a:prstGeom>
                  <a:ln w="25400">
                    <a:solidFill>
                      <a:srgbClr val="FF0000"/>
                    </a:solidFill>
                    <a:headEnd type="triangle" w="lg" len="lg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 b="1"/>
                  </a:p>
                </p:txBody>
              </p:sp>
              <p:cxnSp>
                <p:nvCxnSpPr>
                  <p:cNvPr id="531" name="直接箭头连接符 530">
                    <a:extLst>
                      <a:ext uri="{FF2B5EF4-FFF2-40B4-BE49-F238E27FC236}">
                        <a16:creationId xmlns:a16="http://schemas.microsoft.com/office/drawing/2014/main" id="{F7BD5156-0568-B686-9A13-3C49A21414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73662" y="16640435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1010FF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>
                    <a:extLst>
                      <a:ext uri="{FF2B5EF4-FFF2-40B4-BE49-F238E27FC236}">
                        <a16:creationId xmlns:a16="http://schemas.microsoft.com/office/drawing/2014/main" id="{4ED93FCF-2172-8C9A-AAD7-90E88B5545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629076" y="14344836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1" name="弧形 520">
                  <a:extLst>
                    <a:ext uri="{FF2B5EF4-FFF2-40B4-BE49-F238E27FC236}">
                      <a16:creationId xmlns:a16="http://schemas.microsoft.com/office/drawing/2014/main" id="{B14DB507-F16A-D8A4-A1CA-832A825AE645}"/>
                    </a:ext>
                  </a:extLst>
                </p:cNvPr>
                <p:cNvSpPr/>
                <p:nvPr/>
              </p:nvSpPr>
              <p:spPr>
                <a:xfrm rot="2002819" flipH="1" flipV="1">
                  <a:off x="32432906" y="16475620"/>
                  <a:ext cx="3590987" cy="3395601"/>
                </a:xfrm>
                <a:prstGeom prst="arc">
                  <a:avLst>
                    <a:gd name="adj1" fmla="val 17165515"/>
                    <a:gd name="adj2" fmla="val 20934335"/>
                  </a:avLst>
                </a:prstGeom>
                <a:ln w="25400">
                  <a:solidFill>
                    <a:srgbClr val="0000FF"/>
                  </a:solidFill>
                  <a:headEnd type="triangle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b="1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32297704-187D-4F3A-FF31-1A74346F322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84296" y="14186725"/>
                    <a:ext cx="780918" cy="7880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3600" dirty="0">
                      <a:solidFill>
                        <a:srgbClr val="4472C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32297704-187D-4F3A-FF31-1A74346F3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84296" y="14186725"/>
                    <a:ext cx="780918" cy="78800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0685C627-672A-02BF-6B57-9A565F3161D4}"/>
                      </a:ext>
                    </a:extLst>
                  </p:cNvPr>
                  <p:cNvSpPr txBox="1"/>
                  <p:nvPr/>
                </p:nvSpPr>
                <p:spPr>
                  <a:xfrm>
                    <a:off x="37614253" y="12346763"/>
                    <a:ext cx="780918" cy="7880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3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0685C627-672A-02BF-6B57-9A565F3161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14253" y="12346763"/>
                    <a:ext cx="780918" cy="78800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" name="左中括号 542">
                <a:extLst>
                  <a:ext uri="{FF2B5EF4-FFF2-40B4-BE49-F238E27FC236}">
                    <a16:creationId xmlns:a16="http://schemas.microsoft.com/office/drawing/2014/main" id="{D46DD07C-0D2E-1B05-9474-9FEE61454319}"/>
                  </a:ext>
                </a:extLst>
              </p:cNvPr>
              <p:cNvSpPr/>
              <p:nvPr/>
            </p:nvSpPr>
            <p:spPr>
              <a:xfrm rot="5400000">
                <a:off x="35396522" y="13925148"/>
                <a:ext cx="228037" cy="230597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45" name="左中括号 544">
                <a:extLst>
                  <a:ext uri="{FF2B5EF4-FFF2-40B4-BE49-F238E27FC236}">
                    <a16:creationId xmlns:a16="http://schemas.microsoft.com/office/drawing/2014/main" id="{C470AB10-88D3-3591-0F97-92E493020EBE}"/>
                  </a:ext>
                </a:extLst>
              </p:cNvPr>
              <p:cNvSpPr/>
              <p:nvPr/>
            </p:nvSpPr>
            <p:spPr>
              <a:xfrm rot="5400000">
                <a:off x="37778162" y="12000785"/>
                <a:ext cx="230985" cy="2460258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</p:grpSp>
      <p:pic>
        <p:nvPicPr>
          <p:cNvPr id="192" name="图片 191">
            <a:extLst>
              <a:ext uri="{FF2B5EF4-FFF2-40B4-BE49-F238E27FC236}">
                <a16:creationId xmlns:a16="http://schemas.microsoft.com/office/drawing/2014/main" id="{1BB04B10-C76C-AF86-23F3-204DF2AECD30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735" y="8313585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63EF97F1-1853-74C3-78AA-33E250FF2963}"/>
              </a:ext>
            </a:extLst>
          </p:cNvPr>
          <p:cNvGrpSpPr/>
          <p:nvPr/>
        </p:nvGrpSpPr>
        <p:grpSpPr>
          <a:xfrm>
            <a:off x="15419550" y="1856284"/>
            <a:ext cx="8544088" cy="8416931"/>
            <a:chOff x="17619491" y="1517924"/>
            <a:chExt cx="8544086" cy="8416932"/>
          </a:xfrm>
        </p:grpSpPr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748C1147-D441-439E-85AF-753F83F64FC3}"/>
                </a:ext>
              </a:extLst>
            </p:cNvPr>
            <p:cNvCxnSpPr>
              <a:cxnSpLocks/>
              <a:stCxn id="287" idx="1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E2FFFA63-8FF4-DCDC-F420-DB643F065B80}"/>
                </a:ext>
              </a:extLst>
            </p:cNvPr>
            <p:cNvCxnSpPr>
              <a:cxnSpLocks/>
              <a:endCxn id="297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8A4CB171-284D-6F46-D722-E3F89ACD6320}"/>
                </a:ext>
              </a:extLst>
            </p:cNvPr>
            <p:cNvCxnSpPr>
              <a:cxnSpLocks/>
              <a:stCxn id="300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280C5DCA-DDD6-7D97-87C2-DC2C9BD70FA7}"/>
                    </a:ext>
                  </a:extLst>
                </p:cNvPr>
                <p:cNvSpPr txBox="1"/>
                <p:nvPr/>
              </p:nvSpPr>
              <p:spPr>
                <a:xfrm rot="5400000">
                  <a:off x="19686370" y="5730034"/>
                  <a:ext cx="93892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280C5DCA-DDD6-7D97-87C2-DC2C9BD70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70" y="5730034"/>
                  <a:ext cx="938926" cy="6463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DD1EEA27-434D-A53C-CB04-C934B49C505E}"/>
                </a:ext>
              </a:extLst>
            </p:cNvPr>
            <p:cNvCxnSpPr>
              <a:cxnSpLocks/>
              <a:endCxn id="289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C2D12F8F-EBE5-CD14-E519-E0323FE085CA}"/>
                </a:ext>
              </a:extLst>
            </p:cNvPr>
            <p:cNvCxnSpPr>
              <a:cxnSpLocks/>
              <a:stCxn id="302" idx="3"/>
              <a:endCxn id="285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F206C56B-61A6-CCEE-90AC-89591D7B7239}"/>
                </a:ext>
              </a:extLst>
            </p:cNvPr>
            <p:cNvCxnSpPr>
              <a:cxnSpLocks/>
              <a:stCxn id="285" idx="1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4EA1A48E-0CC1-C2A3-7993-62C90A08C13A}"/>
                </a:ext>
              </a:extLst>
            </p:cNvPr>
            <p:cNvCxnSpPr>
              <a:cxnSpLocks/>
              <a:stCxn id="286" idx="1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76C4B9FF-8F3D-F1CB-EE81-9A7C11AC408A}"/>
                </a:ext>
              </a:extLst>
            </p:cNvPr>
            <p:cNvCxnSpPr>
              <a:cxnSpLocks/>
              <a:endCxn id="294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3BA3F2FE-077C-9297-6297-705E65901CA0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D4DC94B0-E362-CF2F-568C-834A9CFDDB25}"/>
                    </a:ext>
                  </a:extLst>
                </p:cNvPr>
                <p:cNvSpPr txBox="1"/>
                <p:nvPr/>
              </p:nvSpPr>
              <p:spPr>
                <a:xfrm>
                  <a:off x="19800524" y="5202571"/>
                  <a:ext cx="84674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D4DC94B0-E362-CF2F-568C-834A9CFDD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0524" y="5202571"/>
                  <a:ext cx="846746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CC02F602-B61E-2C31-3F8A-4DAB069D06D5}"/>
                    </a:ext>
                  </a:extLst>
                </p:cNvPr>
                <p:cNvSpPr txBox="1"/>
                <p:nvPr/>
              </p:nvSpPr>
              <p:spPr>
                <a:xfrm>
                  <a:off x="19950126" y="7507392"/>
                  <a:ext cx="96257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CC02F602-B61E-2C31-3F8A-4DAB069D0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50126" y="7507392"/>
                  <a:ext cx="962571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717F907-8A9B-3229-3E92-8D1C18AFFC4C}"/>
                    </a:ext>
                  </a:extLst>
                </p:cNvPr>
                <p:cNvSpPr txBox="1"/>
                <p:nvPr/>
              </p:nvSpPr>
              <p:spPr>
                <a:xfrm>
                  <a:off x="20017101" y="8904022"/>
                  <a:ext cx="61472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717F907-8A9B-3229-3E92-8D1C18AF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7101" y="8904022"/>
                  <a:ext cx="61472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7945D123-1F3B-4220-2FFA-18B5E0B69FA2}"/>
                    </a:ext>
                  </a:extLst>
                </p:cNvPr>
                <p:cNvSpPr txBox="1"/>
                <p:nvPr/>
              </p:nvSpPr>
              <p:spPr>
                <a:xfrm rot="5400000">
                  <a:off x="20935018" y="5708254"/>
                  <a:ext cx="91917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7945D123-1F3B-4220-2FFA-18B5E0B69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8" y="5708254"/>
                  <a:ext cx="919174" cy="6463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24F1890-50C3-EB7B-75AB-F59E8034AF92}"/>
                    </a:ext>
                  </a:extLst>
                </p:cNvPr>
                <p:cNvSpPr txBox="1"/>
                <p:nvPr/>
              </p:nvSpPr>
              <p:spPr>
                <a:xfrm rot="153615">
                  <a:off x="17649734" y="5855686"/>
                  <a:ext cx="94064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24F1890-50C3-EB7B-75AB-F59E8034A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49734" y="5855686"/>
                  <a:ext cx="940642" cy="76944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A85D99D8-D29E-63A0-064A-1FED6407850C}"/>
                </a:ext>
              </a:extLst>
            </p:cNvPr>
            <p:cNvCxnSpPr>
              <a:cxnSpLocks/>
              <a:stCxn id="265" idx="1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D435A63A-7D11-993A-CF43-ED9A7DE6B08B}"/>
                    </a:ext>
                  </a:extLst>
                </p:cNvPr>
                <p:cNvSpPr txBox="1"/>
                <p:nvPr/>
              </p:nvSpPr>
              <p:spPr>
                <a:xfrm>
                  <a:off x="25211714" y="5792883"/>
                  <a:ext cx="951863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D435A63A-7D11-993A-CF43-ED9A7DE6B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11714" y="5792883"/>
                  <a:ext cx="951863" cy="76944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120F0D80-B371-09F5-266A-FAC4643DFDB8}"/>
                </a:ext>
              </a:extLst>
            </p:cNvPr>
            <p:cNvCxnSpPr>
              <a:cxnSpLocks/>
              <a:endCxn id="292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5496CDE0-1993-E8F2-1625-37C6C603C5CC}"/>
                </a:ext>
              </a:extLst>
            </p:cNvPr>
            <p:cNvCxnSpPr>
              <a:cxnSpLocks/>
              <a:stCxn id="306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ECF5D035-ED3C-8709-32BB-733603A5A3FD}"/>
                    </a:ext>
                  </a:extLst>
                </p:cNvPr>
                <p:cNvSpPr txBox="1"/>
                <p:nvPr/>
              </p:nvSpPr>
              <p:spPr>
                <a:xfrm>
                  <a:off x="19885871" y="3496188"/>
                  <a:ext cx="6740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ECF5D035-ED3C-8709-32BB-733603A5A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5871" y="3496188"/>
                  <a:ext cx="674031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4EDA316D-F0C7-FBA2-82B7-605E4A3E8B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E7117F54-41EE-01BB-F398-F00F81E90030}"/>
                </a:ext>
              </a:extLst>
            </p:cNvPr>
            <p:cNvSpPr/>
            <p:nvPr/>
          </p:nvSpPr>
          <p:spPr>
            <a:xfrm rot="5400000">
              <a:off x="18075200" y="1975570"/>
              <a:ext cx="7503577" cy="8414996"/>
            </a:xfrm>
            <a:prstGeom prst="rect">
              <a:avLst/>
            </a:prstGeom>
            <a:noFill/>
            <a:ln w="603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244415C7-0023-691E-E83F-3248CD2D658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7E6627FC-0C2F-9C13-AA7D-68A420622D2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5BC7AB75-66F9-EADE-BD74-0305889158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4BAC26E5-39F3-87BD-69F8-09227B9FCC1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939D1722-FB00-4952-088D-BFA0C69DAA0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B3BDBE9D-1FB9-0BC2-D253-6468D86F1DA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EA30C62A-DF94-1F7A-9249-F355FB023E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347FE49B-E092-386D-0B87-BE931ED20E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533D97AC-0F76-FC57-4056-D2ECF79238C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B101FF03-BCE2-1988-C635-1D6611CFF57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8DEF7545-AD36-9AF2-CB51-CE44C51D7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8C78298E-D512-4B71-A025-7F903191961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F50D270F-AB22-E6B1-4A4E-A6761681BF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8B53552-1243-27BC-C2CB-79F8F846156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44DBCD38-DA56-C22E-4DFA-4C52515ADBB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3E40F9A7-04EC-218C-1235-EC20F0ED534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02C53D41-E5BF-AD21-9D7C-233829994D59}"/>
                </a:ext>
              </a:extLst>
            </p:cNvPr>
            <p:cNvSpPr txBox="1"/>
            <p:nvPr/>
          </p:nvSpPr>
          <p:spPr>
            <a:xfrm>
              <a:off x="18173289" y="1517924"/>
              <a:ext cx="731161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Feedforward Compensator</a:t>
              </a:r>
              <a:endPara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2919865B-547D-0017-45F8-6258A8BF64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286" name="图片 285">
              <a:extLst>
                <a:ext uri="{FF2B5EF4-FFF2-40B4-BE49-F238E27FC236}">
                  <a16:creationId xmlns:a16="http://schemas.microsoft.com/office/drawing/2014/main" id="{FAB9C8C6-8056-511A-959C-40AEB15EB1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8C5D0989-61A3-3E14-B1D8-6F664A8E3C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5501ACB6-4A28-C61E-300E-A5A23ADF08FF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743798"/>
              <a:chOff x="6482708" y="4229599"/>
              <a:chExt cx="851277" cy="743798"/>
            </a:xfrm>
          </p:grpSpPr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E901A3EA-980D-E1FA-BF03-D4FFE94E0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8A241C3A-D16D-6218-CCD3-F7306ACDF94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8A241C3A-D16D-6218-CCD3-F7306ACDF9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2C310076-49C6-01E8-1295-21C42B443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E7DF358D-9240-E830-659B-CA84CA648EC2}"/>
                    </a:ext>
                  </a:extLst>
                </p:cNvPr>
                <p:cNvSpPr txBox="1"/>
                <p:nvPr/>
              </p:nvSpPr>
              <p:spPr>
                <a:xfrm flipH="1">
                  <a:off x="23271607" y="4726549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E7DF358D-9240-E830-659B-CA84CA648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7" y="4726549"/>
                  <a:ext cx="540214" cy="52322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7963DD8F-5B62-DF9F-A784-D11CA1F580D6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743798"/>
              <a:chOff x="6482708" y="4229599"/>
              <a:chExt cx="851277" cy="743798"/>
            </a:xfrm>
          </p:grpSpPr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0A615623-57FC-3961-4EFD-4807A19F3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253F503-D06D-E279-2B73-81D2028D076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253F503-D06D-E279-2B73-81D2028D0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2" name="图片 291">
              <a:extLst>
                <a:ext uri="{FF2B5EF4-FFF2-40B4-BE49-F238E27FC236}">
                  <a16:creationId xmlns:a16="http://schemas.microsoft.com/office/drawing/2014/main" id="{4B04360D-6FA4-96A2-1844-B612D4830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88BB4CC0-90AB-2004-3208-03129894ADFC}"/>
                    </a:ext>
                  </a:extLst>
                </p:cNvPr>
                <p:cNvSpPr txBox="1"/>
                <p:nvPr/>
              </p:nvSpPr>
              <p:spPr>
                <a:xfrm flipH="1">
                  <a:off x="23238561" y="3140011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88BB4CC0-90AB-2004-3208-03129894A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1" y="3140011"/>
                  <a:ext cx="540214" cy="52322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88241704-D56F-8D87-7FAB-84D35E456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9593B530-366A-8484-1E5B-AEA14CB9340F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9593B530-366A-8484-1E5B-AEA14CB93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4" cy="52322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26F8B251-3AE5-F5DF-DD0E-E0F7244C7F1C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743798"/>
              <a:chOff x="6482708" y="4229599"/>
              <a:chExt cx="851277" cy="743798"/>
            </a:xfrm>
          </p:grpSpPr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D4E1EBC7-AF4C-C816-F4F6-6EC34D1BE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B9AE86A5-C745-B1EE-988F-B9B917E0E65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B9AE86A5-C745-B1EE-988F-B9B917E0E6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7" name="图片 296">
              <a:extLst>
                <a:ext uri="{FF2B5EF4-FFF2-40B4-BE49-F238E27FC236}">
                  <a16:creationId xmlns:a16="http://schemas.microsoft.com/office/drawing/2014/main" id="{6E844918-832E-5A46-292A-BA0EA0896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CA842975-8E38-AA2B-C53E-C08B68097764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CA842975-8E38-AA2B-C53E-C08B68097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4" cy="52322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6A6FC4DD-51D1-3189-012E-B5EBC0F5D6DC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743798"/>
              <a:chOff x="6482708" y="4229599"/>
              <a:chExt cx="851277" cy="743798"/>
            </a:xfrm>
          </p:grpSpPr>
          <p:pic>
            <p:nvPicPr>
              <p:cNvPr id="300" name="图片 299">
                <a:extLst>
                  <a:ext uri="{FF2B5EF4-FFF2-40B4-BE49-F238E27FC236}">
                    <a16:creationId xmlns:a16="http://schemas.microsoft.com/office/drawing/2014/main" id="{A4A8924C-BC99-D310-1C03-B008EA5BA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A4FEE0A4-08F7-56F6-76D9-6158B24D726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A4FEE0A4-08F7-56F6-76D9-6158B24D72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28" name="连接符: 肘形 327">
            <a:extLst>
              <a:ext uri="{FF2B5EF4-FFF2-40B4-BE49-F238E27FC236}">
                <a16:creationId xmlns:a16="http://schemas.microsoft.com/office/drawing/2014/main" id="{7B906022-6BBD-0C8D-514F-FEDD2DE51583}"/>
              </a:ext>
            </a:extLst>
          </p:cNvPr>
          <p:cNvCxnSpPr>
            <a:cxnSpLocks/>
          </p:cNvCxnSpPr>
          <p:nvPr/>
        </p:nvCxnSpPr>
        <p:spPr>
          <a:xfrm flipV="1">
            <a:off x="8008529" y="6151002"/>
            <a:ext cx="2362200" cy="1675711"/>
          </a:xfrm>
          <a:prstGeom prst="bentConnector3">
            <a:avLst>
              <a:gd name="adj1" fmla="val -323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连接符: 肘形 328">
            <a:extLst>
              <a:ext uri="{FF2B5EF4-FFF2-40B4-BE49-F238E27FC236}">
                <a16:creationId xmlns:a16="http://schemas.microsoft.com/office/drawing/2014/main" id="{B0406C0E-5AFC-0C14-C97B-C91B97313889}"/>
              </a:ext>
            </a:extLst>
          </p:cNvPr>
          <p:cNvCxnSpPr>
            <a:cxnSpLocks/>
          </p:cNvCxnSpPr>
          <p:nvPr/>
        </p:nvCxnSpPr>
        <p:spPr>
          <a:xfrm>
            <a:off x="8066559" y="12729916"/>
            <a:ext cx="9972965" cy="3232581"/>
          </a:xfrm>
          <a:prstGeom prst="bentConnector3">
            <a:avLst>
              <a:gd name="adj1" fmla="val -46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9780B789-04C3-B9DB-97F0-4DE2338A82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94237" y="12860893"/>
            <a:ext cx="4562694" cy="1522371"/>
          </a:xfrm>
          <a:prstGeom prst="bentConnector3">
            <a:avLst>
              <a:gd name="adj1" fmla="val -52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连接符: 肘形 330">
            <a:extLst>
              <a:ext uri="{FF2B5EF4-FFF2-40B4-BE49-F238E27FC236}">
                <a16:creationId xmlns:a16="http://schemas.microsoft.com/office/drawing/2014/main" id="{555FF943-1B55-E548-755C-739818E94762}"/>
              </a:ext>
            </a:extLst>
          </p:cNvPr>
          <p:cNvCxnSpPr>
            <a:cxnSpLocks/>
          </p:cNvCxnSpPr>
          <p:nvPr/>
        </p:nvCxnSpPr>
        <p:spPr>
          <a:xfrm>
            <a:off x="28753509" y="6054475"/>
            <a:ext cx="1425848" cy="359633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流程图: 终止 331">
            <a:extLst>
              <a:ext uri="{FF2B5EF4-FFF2-40B4-BE49-F238E27FC236}">
                <a16:creationId xmlns:a16="http://schemas.microsoft.com/office/drawing/2014/main" id="{F05E94BC-B790-30B6-F2D9-647FE92B23F9}"/>
              </a:ext>
            </a:extLst>
          </p:cNvPr>
          <p:cNvSpPr/>
          <p:nvPr/>
        </p:nvSpPr>
        <p:spPr>
          <a:xfrm>
            <a:off x="28945688" y="9844646"/>
            <a:ext cx="2422431" cy="1247233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537218F7-2035-2EF2-5D6C-56BE0563035C}"/>
              </a:ext>
            </a:extLst>
          </p:cNvPr>
          <p:cNvSpPr txBox="1"/>
          <p:nvPr/>
        </p:nvSpPr>
        <p:spPr>
          <a:xfrm>
            <a:off x="29438084" y="861100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3200" b="1" dirty="0"/>
          </a:p>
        </p:txBody>
      </p:sp>
      <p:cxnSp>
        <p:nvCxnSpPr>
          <p:cNvPr id="350" name="直接箭头连接符 349">
            <a:extLst>
              <a:ext uri="{FF2B5EF4-FFF2-40B4-BE49-F238E27FC236}">
                <a16:creationId xmlns:a16="http://schemas.microsoft.com/office/drawing/2014/main" id="{866FDDBB-8696-6FB6-5FFC-BFE8B182532F}"/>
              </a:ext>
            </a:extLst>
          </p:cNvPr>
          <p:cNvCxnSpPr>
            <a:cxnSpLocks/>
          </p:cNvCxnSpPr>
          <p:nvPr/>
        </p:nvCxnSpPr>
        <p:spPr>
          <a:xfrm>
            <a:off x="23389775" y="6143750"/>
            <a:ext cx="1513329" cy="2144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A67F8B52-68C0-03D9-325B-C751DFF18766}"/>
              </a:ext>
            </a:extLst>
          </p:cNvPr>
          <p:cNvGrpSpPr/>
          <p:nvPr/>
        </p:nvGrpSpPr>
        <p:grpSpPr>
          <a:xfrm>
            <a:off x="5522881" y="7816147"/>
            <a:ext cx="3199309" cy="4731658"/>
            <a:chOff x="3014831" y="2058919"/>
            <a:chExt cx="7169129" cy="2805193"/>
          </a:xfrm>
        </p:grpSpPr>
        <p:pic>
          <p:nvPicPr>
            <p:cNvPr id="352" name="图片 351">
              <a:extLst>
                <a:ext uri="{FF2B5EF4-FFF2-40B4-BE49-F238E27FC236}">
                  <a16:creationId xmlns:a16="http://schemas.microsoft.com/office/drawing/2014/main" id="{E0A9FD00-C2BA-DF63-E3AF-F8161E117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3" name="图片 352">
              <a:extLst>
                <a:ext uri="{FF2B5EF4-FFF2-40B4-BE49-F238E27FC236}">
                  <a16:creationId xmlns:a16="http://schemas.microsoft.com/office/drawing/2014/main" id="{0BE85FBA-A30D-44B5-AE33-7DC011419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4" name="图片 353">
              <a:extLst>
                <a:ext uri="{FF2B5EF4-FFF2-40B4-BE49-F238E27FC236}">
                  <a16:creationId xmlns:a16="http://schemas.microsoft.com/office/drawing/2014/main" id="{4E98487C-7CC2-FC98-9D84-3778FD860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53BDFE63-4223-8B2B-7522-D3E073D09226}"/>
              </a:ext>
            </a:extLst>
          </p:cNvPr>
          <p:cNvCxnSpPr>
            <a:cxnSpLocks/>
          </p:cNvCxnSpPr>
          <p:nvPr/>
        </p:nvCxnSpPr>
        <p:spPr>
          <a:xfrm flipV="1">
            <a:off x="3759888" y="10468262"/>
            <a:ext cx="1413424" cy="1492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413792FF-BBA4-7A56-1F80-6B744D7E4B94}"/>
              </a:ext>
            </a:extLst>
          </p:cNvPr>
          <p:cNvGrpSpPr/>
          <p:nvPr/>
        </p:nvGrpSpPr>
        <p:grpSpPr>
          <a:xfrm>
            <a:off x="10798161" y="4691349"/>
            <a:ext cx="2505889" cy="3033871"/>
            <a:chOff x="17224561" y="34704425"/>
            <a:chExt cx="2505888" cy="3033870"/>
          </a:xfrm>
        </p:grpSpPr>
        <p:pic>
          <p:nvPicPr>
            <p:cNvPr id="375" name="图片 374">
              <a:extLst>
                <a:ext uri="{FF2B5EF4-FFF2-40B4-BE49-F238E27FC236}">
                  <a16:creationId xmlns:a16="http://schemas.microsoft.com/office/drawing/2014/main" id="{887F93D0-194E-A28D-4F49-3E737F01B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224561" y="34704425"/>
              <a:ext cx="2505888" cy="2347711"/>
            </a:xfrm>
            <a:prstGeom prst="rect">
              <a:avLst/>
            </a:prstGeom>
          </p:spPr>
        </p:pic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6B39AFA0-899F-F41A-DB99-67332658B33B}"/>
                </a:ext>
              </a:extLst>
            </p:cNvPr>
            <p:cNvSpPr txBox="1"/>
            <p:nvPr/>
          </p:nvSpPr>
          <p:spPr>
            <a:xfrm>
              <a:off x="17607462" y="37091964"/>
              <a:ext cx="12362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MET</a:t>
              </a:r>
              <a:endPara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0502E0D1-1288-3DEB-2DBF-47512C4E543E}"/>
              </a:ext>
            </a:extLst>
          </p:cNvPr>
          <p:cNvGrpSpPr/>
          <p:nvPr/>
        </p:nvGrpSpPr>
        <p:grpSpPr>
          <a:xfrm>
            <a:off x="25066196" y="12568634"/>
            <a:ext cx="3664861" cy="5010235"/>
            <a:chOff x="31049400" y="2720291"/>
            <a:chExt cx="4142278" cy="2201924"/>
          </a:xfrm>
        </p:grpSpPr>
        <p:pic>
          <p:nvPicPr>
            <p:cNvPr id="386" name="图片 385">
              <a:extLst>
                <a:ext uri="{FF2B5EF4-FFF2-40B4-BE49-F238E27FC236}">
                  <a16:creationId xmlns:a16="http://schemas.microsoft.com/office/drawing/2014/main" id="{67B23A3B-0E4B-0D73-5E5A-3E791AA0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7" name="图片 386">
              <a:extLst>
                <a:ext uri="{FF2B5EF4-FFF2-40B4-BE49-F238E27FC236}">
                  <a16:creationId xmlns:a16="http://schemas.microsoft.com/office/drawing/2014/main" id="{70632BD2-18FF-7BF1-798B-341F0F6D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8" name="图片 387">
              <a:extLst>
                <a:ext uri="{FF2B5EF4-FFF2-40B4-BE49-F238E27FC236}">
                  <a16:creationId xmlns:a16="http://schemas.microsoft.com/office/drawing/2014/main" id="{64EE5120-D808-28BC-0820-C4E351860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DC890A7C-DE77-E427-3114-9E009BB8E86B}"/>
              </a:ext>
            </a:extLst>
          </p:cNvPr>
          <p:cNvGrpSpPr/>
          <p:nvPr/>
        </p:nvGrpSpPr>
        <p:grpSpPr>
          <a:xfrm>
            <a:off x="18040331" y="15450823"/>
            <a:ext cx="4104970" cy="3563716"/>
            <a:chOff x="20028248" y="33489601"/>
            <a:chExt cx="4104969" cy="3563717"/>
          </a:xfrm>
        </p:grpSpPr>
        <p:sp>
          <p:nvSpPr>
            <p:cNvPr id="380" name="弧形 379">
              <a:extLst>
                <a:ext uri="{FF2B5EF4-FFF2-40B4-BE49-F238E27FC236}">
                  <a16:creationId xmlns:a16="http://schemas.microsoft.com/office/drawing/2014/main" id="{9BEC7F04-C85E-9B2A-141B-1D340D900BA1}"/>
                </a:ext>
              </a:extLst>
            </p:cNvPr>
            <p:cNvSpPr/>
            <p:nvPr/>
          </p:nvSpPr>
          <p:spPr>
            <a:xfrm rot="17901657">
              <a:off x="20145580" y="33643716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D08DFDFF-50D2-D8BC-9700-8A4C648BC243}"/>
                </a:ext>
              </a:extLst>
            </p:cNvPr>
            <p:cNvSpPr txBox="1"/>
            <p:nvPr/>
          </p:nvSpPr>
          <p:spPr>
            <a:xfrm>
              <a:off x="20028248" y="34649896"/>
              <a:ext cx="410496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3600" dirty="0"/>
                <a:t>Target System</a:t>
              </a:r>
            </a:p>
            <a:p>
              <a:r>
                <a:rPr lang="en-US" altLang="zh-CN" sz="3600" dirty="0"/>
                <a:t>Frequency response</a:t>
              </a:r>
            </a:p>
            <a:p>
              <a:endParaRPr lang="zh-CN" altLang="en-US" sz="3600" dirty="0"/>
            </a:p>
          </p:txBody>
        </p:sp>
        <p:sp>
          <p:nvSpPr>
            <p:cNvPr id="390" name="弧形 389">
              <a:extLst>
                <a:ext uri="{FF2B5EF4-FFF2-40B4-BE49-F238E27FC236}">
                  <a16:creationId xmlns:a16="http://schemas.microsoft.com/office/drawing/2014/main" id="{6BD06F57-57F6-67A9-9BAA-0CD7B50369C7}"/>
                </a:ext>
              </a:extLst>
            </p:cNvPr>
            <p:cNvSpPr/>
            <p:nvPr/>
          </p:nvSpPr>
          <p:spPr>
            <a:xfrm rot="17901657">
              <a:off x="20199360" y="33643715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noFill/>
            <a:ln w="44450">
              <a:solidFill>
                <a:srgbClr val="101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391" name="弧形 390">
              <a:extLst>
                <a:ext uri="{FF2B5EF4-FFF2-40B4-BE49-F238E27FC236}">
                  <a16:creationId xmlns:a16="http://schemas.microsoft.com/office/drawing/2014/main" id="{A5AA6484-1251-3A43-6044-895EF01B5846}"/>
                </a:ext>
              </a:extLst>
            </p:cNvPr>
            <p:cNvSpPr/>
            <p:nvPr/>
          </p:nvSpPr>
          <p:spPr>
            <a:xfrm rot="17901657">
              <a:off x="20237147" y="33643441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EDA62217-2EC5-F9DF-9F8B-552FA060B75B}"/>
              </a:ext>
            </a:extLst>
          </p:cNvPr>
          <p:cNvGrpSpPr/>
          <p:nvPr/>
        </p:nvGrpSpPr>
        <p:grpSpPr>
          <a:xfrm>
            <a:off x="9120611" y="12405607"/>
            <a:ext cx="5383461" cy="4923957"/>
            <a:chOff x="12321249" y="28448567"/>
            <a:chExt cx="5383460" cy="4923957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4FDBD123-E2B0-9788-53B4-B47F34D57E08}"/>
                </a:ext>
              </a:extLst>
            </p:cNvPr>
            <p:cNvGrpSpPr/>
            <p:nvPr/>
          </p:nvGrpSpPr>
          <p:grpSpPr>
            <a:xfrm>
              <a:off x="13270460" y="28448567"/>
              <a:ext cx="3255762" cy="4923957"/>
              <a:chOff x="15557867" y="11812989"/>
              <a:chExt cx="4341438" cy="6869160"/>
            </a:xfrm>
          </p:grpSpPr>
          <p:sp>
            <p:nvSpPr>
              <p:cNvPr id="394" name="弧形 393">
                <a:extLst>
                  <a:ext uri="{FF2B5EF4-FFF2-40B4-BE49-F238E27FC236}">
                    <a16:creationId xmlns:a16="http://schemas.microsoft.com/office/drawing/2014/main" id="{BC131825-1132-F649-76B0-9DD4E8DF07C7}"/>
                  </a:ext>
                </a:extLst>
              </p:cNvPr>
              <p:cNvSpPr/>
              <p:nvPr/>
            </p:nvSpPr>
            <p:spPr>
              <a:xfrm rot="17901657">
                <a:off x="15242998" y="13285486"/>
                <a:ext cx="4971175" cy="4341438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/>
              </a:p>
            </p:txBody>
          </p:sp>
          <p:sp>
            <p:nvSpPr>
              <p:cNvPr id="395" name="弧形 394">
                <a:extLst>
                  <a:ext uri="{FF2B5EF4-FFF2-40B4-BE49-F238E27FC236}">
                    <a16:creationId xmlns:a16="http://schemas.microsoft.com/office/drawing/2014/main" id="{91FC1274-1819-4701-6F79-8EFEA9210430}"/>
                  </a:ext>
                </a:extLst>
              </p:cNvPr>
              <p:cNvSpPr/>
              <p:nvPr/>
            </p:nvSpPr>
            <p:spPr>
              <a:xfrm rot="17872389">
                <a:off x="14675140" y="13352182"/>
                <a:ext cx="5856786" cy="400761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/>
              </a:p>
            </p:txBody>
          </p:sp>
          <p:sp>
            <p:nvSpPr>
              <p:cNvPr id="396" name="弧形 395">
                <a:extLst>
                  <a:ext uri="{FF2B5EF4-FFF2-40B4-BE49-F238E27FC236}">
                    <a16:creationId xmlns:a16="http://schemas.microsoft.com/office/drawing/2014/main" id="{4011DDCC-3210-C0EC-D8D0-5B13C3450AF1}"/>
                  </a:ext>
                </a:extLst>
              </p:cNvPr>
              <p:cNvSpPr/>
              <p:nvPr/>
            </p:nvSpPr>
            <p:spPr>
              <a:xfrm rot="17872389">
                <a:off x="14052520" y="13380072"/>
                <a:ext cx="6869160" cy="373499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>
                  <a:ln>
                    <a:solidFill>
                      <a:srgbClr val="FF0000"/>
                    </a:solidFill>
                  </a:ln>
                </a:endParaRPr>
              </a:p>
            </p:txBody>
          </p:sp>
        </p:grp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78418E8E-56C2-F2CD-C17B-192C0BADF888}"/>
                </a:ext>
              </a:extLst>
            </p:cNvPr>
            <p:cNvSpPr txBox="1"/>
            <p:nvPr/>
          </p:nvSpPr>
          <p:spPr>
            <a:xfrm>
              <a:off x="12321249" y="30596304"/>
              <a:ext cx="538346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Frequency Response</a:t>
              </a:r>
            </a:p>
            <a:p>
              <a:pPr algn="ctr"/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Under Varying Magnitude</a:t>
              </a:r>
              <a:endPara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0EA2F0AF-75EA-4C3B-83E9-D162CDD6C538}"/>
              </a:ext>
            </a:extLst>
          </p:cNvPr>
          <p:cNvCxnSpPr>
            <a:cxnSpLocks/>
          </p:cNvCxnSpPr>
          <p:nvPr/>
        </p:nvCxnSpPr>
        <p:spPr>
          <a:xfrm flipH="1" flipV="1">
            <a:off x="11845452" y="7939437"/>
            <a:ext cx="17528" cy="4311703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9E5B763F-25BF-4D8C-91C9-5424C700F682}"/>
              </a:ext>
            </a:extLst>
          </p:cNvPr>
          <p:cNvCxnSpPr>
            <a:cxnSpLocks/>
          </p:cNvCxnSpPr>
          <p:nvPr/>
        </p:nvCxnSpPr>
        <p:spPr>
          <a:xfrm>
            <a:off x="21673644" y="15935604"/>
            <a:ext cx="3115086" cy="0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F28086B3-2BE7-548D-1B7A-FC282941F964}"/>
              </a:ext>
            </a:extLst>
          </p:cNvPr>
          <p:cNvCxnSpPr>
            <a:cxnSpLocks/>
          </p:cNvCxnSpPr>
          <p:nvPr/>
        </p:nvCxnSpPr>
        <p:spPr>
          <a:xfrm flipV="1">
            <a:off x="13295259" y="6142777"/>
            <a:ext cx="2707304" cy="8225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24F420D6-E257-6F7F-5C7C-42A152B3325C}"/>
              </a:ext>
            </a:extLst>
          </p:cNvPr>
          <p:cNvGrpSpPr/>
          <p:nvPr/>
        </p:nvGrpSpPr>
        <p:grpSpPr>
          <a:xfrm>
            <a:off x="18627683" y="11213720"/>
            <a:ext cx="2950539" cy="1306495"/>
            <a:chOff x="20413228" y="29355104"/>
            <a:chExt cx="2390604" cy="737410"/>
          </a:xfrm>
        </p:grpSpPr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8EB848B1-8152-8F13-6C7E-CD7B1B9135DB}"/>
                </a:ext>
              </a:extLst>
            </p:cNvPr>
            <p:cNvSpPr/>
            <p:nvPr/>
          </p:nvSpPr>
          <p:spPr>
            <a:xfrm>
              <a:off x="20413228" y="29355104"/>
              <a:ext cx="2374182" cy="737410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01" name="任意多边形: 形状 400">
              <a:extLst>
                <a:ext uri="{FF2B5EF4-FFF2-40B4-BE49-F238E27FC236}">
                  <a16:creationId xmlns:a16="http://schemas.microsoft.com/office/drawing/2014/main" id="{88500C51-506A-0205-4E33-62BA50C30913}"/>
                </a:ext>
              </a:extLst>
            </p:cNvPr>
            <p:cNvSpPr/>
            <p:nvPr/>
          </p:nvSpPr>
          <p:spPr>
            <a:xfrm>
              <a:off x="20429650" y="29400189"/>
              <a:ext cx="2374182" cy="518476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2D2553EB-3D64-43F4-11E4-E5CA22F021FA}"/>
                </a:ext>
              </a:extLst>
            </p:cNvPr>
            <p:cNvSpPr/>
            <p:nvPr/>
          </p:nvSpPr>
          <p:spPr>
            <a:xfrm>
              <a:off x="20424000" y="29367535"/>
              <a:ext cx="2374182" cy="136212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1C9C0B95-B883-AF9D-9591-D192241D282B}"/>
              </a:ext>
            </a:extLst>
          </p:cNvPr>
          <p:cNvGrpSpPr/>
          <p:nvPr/>
        </p:nvGrpSpPr>
        <p:grpSpPr>
          <a:xfrm>
            <a:off x="12787407" y="3585233"/>
            <a:ext cx="8176393" cy="8858847"/>
            <a:chOff x="13891362" y="21406482"/>
            <a:chExt cx="11233121" cy="9504287"/>
          </a:xfrm>
        </p:grpSpPr>
        <p:sp>
          <p:nvSpPr>
            <p:cNvPr id="410" name="弧形 409">
              <a:extLst>
                <a:ext uri="{FF2B5EF4-FFF2-40B4-BE49-F238E27FC236}">
                  <a16:creationId xmlns:a16="http://schemas.microsoft.com/office/drawing/2014/main" id="{6A56245C-88D0-8D4C-6D07-AB27345C9D75}"/>
                </a:ext>
              </a:extLst>
            </p:cNvPr>
            <p:cNvSpPr/>
            <p:nvPr/>
          </p:nvSpPr>
          <p:spPr>
            <a:xfrm rot="21360324" flipH="1">
              <a:off x="16270439" y="21406482"/>
              <a:ext cx="8854044" cy="9000182"/>
            </a:xfrm>
            <a:prstGeom prst="arc">
              <a:avLst>
                <a:gd name="adj1" fmla="val 16542179"/>
                <a:gd name="adj2" fmla="val 6467911"/>
              </a:avLst>
            </a:prstGeom>
            <a:ln w="25400">
              <a:solidFill>
                <a:schemeClr val="accent2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11" name="弧形 410">
              <a:extLst>
                <a:ext uri="{FF2B5EF4-FFF2-40B4-BE49-F238E27FC236}">
                  <a16:creationId xmlns:a16="http://schemas.microsoft.com/office/drawing/2014/main" id="{1CC98EFC-89F3-FC62-129B-39CA3BC685A6}"/>
                </a:ext>
              </a:extLst>
            </p:cNvPr>
            <p:cNvSpPr/>
            <p:nvPr/>
          </p:nvSpPr>
          <p:spPr>
            <a:xfrm rot="21360324" flipH="1">
              <a:off x="16149691" y="23120069"/>
              <a:ext cx="8665341" cy="7550358"/>
            </a:xfrm>
            <a:prstGeom prst="arc">
              <a:avLst>
                <a:gd name="adj1" fmla="val 16554141"/>
                <a:gd name="adj2" fmla="val 7336198"/>
              </a:avLst>
            </a:prstGeom>
            <a:ln w="25400">
              <a:solidFill>
                <a:schemeClr val="accent1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n>
                  <a:solidFill>
                    <a:srgbClr val="2E75B6"/>
                  </a:solidFill>
                </a:ln>
              </a:endParaRPr>
            </a:p>
          </p:txBody>
        </p:sp>
        <p:sp>
          <p:nvSpPr>
            <p:cNvPr id="412" name="弧形 411">
              <a:extLst>
                <a:ext uri="{FF2B5EF4-FFF2-40B4-BE49-F238E27FC236}">
                  <a16:creationId xmlns:a16="http://schemas.microsoft.com/office/drawing/2014/main" id="{DC828EA5-D44A-99AD-DE93-34FFDC704009}"/>
                </a:ext>
              </a:extLst>
            </p:cNvPr>
            <p:cNvSpPr/>
            <p:nvPr/>
          </p:nvSpPr>
          <p:spPr>
            <a:xfrm rot="21360324" flipH="1">
              <a:off x="16004433" y="25506331"/>
              <a:ext cx="8782499" cy="5404438"/>
            </a:xfrm>
            <a:prstGeom prst="arc">
              <a:avLst>
                <a:gd name="adj1" fmla="val 16532118"/>
                <a:gd name="adj2" fmla="val 8535788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413" name="文本框 412">
              <a:extLst>
                <a:ext uri="{FF2B5EF4-FFF2-40B4-BE49-F238E27FC236}">
                  <a16:creationId xmlns:a16="http://schemas.microsoft.com/office/drawing/2014/main" id="{7B78F7CB-121B-9436-A5A3-EEE14B22A889}"/>
                </a:ext>
              </a:extLst>
            </p:cNvPr>
            <p:cNvSpPr txBox="1"/>
            <p:nvPr/>
          </p:nvSpPr>
          <p:spPr>
            <a:xfrm>
              <a:off x="13891362" y="29024725"/>
              <a:ext cx="5827240" cy="12877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3600" dirty="0">
                  <a:solidFill>
                    <a:srgbClr val="FD7F7F"/>
                  </a:solidFill>
                </a:rPr>
                <a:t>Frequency Response</a:t>
              </a:r>
            </a:p>
            <a:p>
              <a:r>
                <a:rPr lang="en-US" altLang="zh-CN" sz="3600" dirty="0">
                  <a:solidFill>
                    <a:srgbClr val="FD7F7F"/>
                  </a:solidFill>
                </a:rPr>
                <a:t>“Slice” Injection</a:t>
              </a:r>
              <a:endParaRPr lang="zh-CN" altLang="en-US" sz="3600" dirty="0">
                <a:solidFill>
                  <a:srgbClr val="FD7F7F"/>
                </a:solidFill>
              </a:endParaRPr>
            </a:p>
          </p:txBody>
        </p:sp>
      </p:grpSp>
      <p:sp>
        <p:nvSpPr>
          <p:cNvPr id="426" name="文本框 425">
            <a:extLst>
              <a:ext uri="{FF2B5EF4-FFF2-40B4-BE49-F238E27FC236}">
                <a16:creationId xmlns:a16="http://schemas.microsoft.com/office/drawing/2014/main" id="{301A09CB-8AC0-1C11-A1C3-06B01D49EE1A}"/>
              </a:ext>
            </a:extLst>
          </p:cNvPr>
          <p:cNvSpPr txBox="1"/>
          <p:nvPr/>
        </p:nvSpPr>
        <p:spPr>
          <a:xfrm>
            <a:off x="17978464" y="12783856"/>
            <a:ext cx="4104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/>
              <a:t>Relative</a:t>
            </a:r>
          </a:p>
          <a:p>
            <a:r>
              <a:rPr lang="en-US" altLang="zh-CN" sz="3600" dirty="0"/>
              <a:t>Frequency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3099E02F-B908-05BD-7BE6-29D4284ABF8D}"/>
                  </a:ext>
                </a:extLst>
              </p:cNvPr>
              <p:cNvSpPr txBox="1"/>
              <p:nvPr/>
            </p:nvSpPr>
            <p:spPr>
              <a:xfrm>
                <a:off x="10949500" y="13584737"/>
                <a:ext cx="1866389" cy="766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3099E02F-B908-05BD-7BE6-29D4284A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9500" y="13584737"/>
                <a:ext cx="1866389" cy="76623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470C077D-BDFE-8A77-0906-E191DB3842BA}"/>
                  </a:ext>
                </a:extLst>
              </p:cNvPr>
              <p:cNvSpPr txBox="1"/>
              <p:nvPr/>
            </p:nvSpPr>
            <p:spPr>
              <a:xfrm>
                <a:off x="19004627" y="15792125"/>
                <a:ext cx="1766289" cy="766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𝒕𝒂𝒓𝒈𝒆𝒕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470C077D-BDFE-8A77-0906-E191DB384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627" y="15792125"/>
                <a:ext cx="1766289" cy="76623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5C24BC3-05E8-7F62-D6BD-4988DFB9AF4C}"/>
                  </a:ext>
                </a:extLst>
              </p:cNvPr>
              <p:cNvSpPr txBox="1"/>
              <p:nvPr/>
            </p:nvSpPr>
            <p:spPr>
              <a:xfrm>
                <a:off x="18719955" y="12012939"/>
                <a:ext cx="1444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𝒆𝒍𝒂𝒕𝒊𝒗𝒆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5C24BC3-05E8-7F62-D6BD-4988DFB9A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955" y="12012939"/>
                <a:ext cx="1444000" cy="707886"/>
              </a:xfrm>
              <a:prstGeom prst="rect">
                <a:avLst/>
              </a:prstGeom>
              <a:blipFill>
                <a:blip r:embed="rId44"/>
                <a:stretch>
                  <a:fillRect r="-34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C941EBB2-E228-2D3E-6557-F60A6659003B}"/>
                  </a:ext>
                </a:extLst>
              </p:cNvPr>
              <p:cNvSpPr txBox="1"/>
              <p:nvPr/>
            </p:nvSpPr>
            <p:spPr>
              <a:xfrm>
                <a:off x="14403351" y="12984483"/>
                <a:ext cx="3173982" cy="1453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𝒕𝒂𝒓𝒈𝒆𝒕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𝒐𝒓𝒊𝒈𝒊𝒏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C941EBB2-E228-2D3E-6557-F60A66590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3351" y="12984483"/>
                <a:ext cx="3173982" cy="145379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9" name="文本框 438">
            <a:extLst>
              <a:ext uri="{FF2B5EF4-FFF2-40B4-BE49-F238E27FC236}">
                <a16:creationId xmlns:a16="http://schemas.microsoft.com/office/drawing/2014/main" id="{B8FDED10-FBCB-D61D-0A65-7992F2B3F92C}"/>
              </a:ext>
            </a:extLst>
          </p:cNvPr>
          <p:cNvSpPr txBox="1"/>
          <p:nvPr/>
        </p:nvSpPr>
        <p:spPr>
          <a:xfrm>
            <a:off x="24708806" y="9508101"/>
            <a:ext cx="43454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Backpropagation</a:t>
            </a:r>
            <a:endParaRPr lang="zh-CN" altLang="en-US" sz="44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44" name="直接箭头连接符 443">
            <a:extLst>
              <a:ext uri="{FF2B5EF4-FFF2-40B4-BE49-F238E27FC236}">
                <a16:creationId xmlns:a16="http://schemas.microsoft.com/office/drawing/2014/main" id="{15BB4D60-E21A-F504-B452-4891A816DCD5}"/>
              </a:ext>
            </a:extLst>
          </p:cNvPr>
          <p:cNvCxnSpPr>
            <a:cxnSpLocks/>
          </p:cNvCxnSpPr>
          <p:nvPr/>
        </p:nvCxnSpPr>
        <p:spPr>
          <a:xfrm flipH="1">
            <a:off x="17174185" y="12806088"/>
            <a:ext cx="1057286" cy="621336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流程图: 终止 454">
            <a:extLst>
              <a:ext uri="{FF2B5EF4-FFF2-40B4-BE49-F238E27FC236}">
                <a16:creationId xmlns:a16="http://schemas.microsoft.com/office/drawing/2014/main" id="{8DA2F08D-412A-CA2D-9D6E-F73A0E147C31}"/>
              </a:ext>
            </a:extLst>
          </p:cNvPr>
          <p:cNvSpPr/>
          <p:nvPr/>
        </p:nvSpPr>
        <p:spPr>
          <a:xfrm>
            <a:off x="14780635" y="12983389"/>
            <a:ext cx="2259999" cy="1436129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9E24EB5-1B88-17AA-B121-388E322DF233}"/>
              </a:ext>
            </a:extLst>
          </p:cNvPr>
          <p:cNvCxnSpPr>
            <a:cxnSpLocks/>
          </p:cNvCxnSpPr>
          <p:nvPr/>
        </p:nvCxnSpPr>
        <p:spPr>
          <a:xfrm flipH="1" flipV="1">
            <a:off x="4244717" y="7939437"/>
            <a:ext cx="1243048" cy="48119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84DF0CE-EA54-A12A-20F1-E0FE7A9DDC08}"/>
              </a:ext>
            </a:extLst>
          </p:cNvPr>
          <p:cNvSpPr txBox="1"/>
          <p:nvPr/>
        </p:nvSpPr>
        <p:spPr>
          <a:xfrm>
            <a:off x="270979" y="6614489"/>
            <a:ext cx="5874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/>
              <a:t>Multi-frequency Sine Waves </a:t>
            </a:r>
          </a:p>
          <a:p>
            <a:r>
              <a:rPr lang="en-US" altLang="zh-CN" sz="3600" dirty="0"/>
              <a:t>with Varying Magnitudes</a:t>
            </a:r>
            <a:endParaRPr lang="zh-CN" altLang="en-US" sz="3600" dirty="0"/>
          </a:p>
        </p:txBody>
      </p:sp>
      <p:cxnSp>
        <p:nvCxnSpPr>
          <p:cNvPr id="483" name="直接箭头连接符 482">
            <a:extLst>
              <a:ext uri="{FF2B5EF4-FFF2-40B4-BE49-F238E27FC236}">
                <a16:creationId xmlns:a16="http://schemas.microsoft.com/office/drawing/2014/main" id="{DB3314BA-ED75-DE85-CD3E-C3268B4CE3E9}"/>
              </a:ext>
            </a:extLst>
          </p:cNvPr>
          <p:cNvCxnSpPr>
            <a:cxnSpLocks/>
          </p:cNvCxnSpPr>
          <p:nvPr/>
        </p:nvCxnSpPr>
        <p:spPr>
          <a:xfrm flipH="1">
            <a:off x="13424004" y="13700034"/>
            <a:ext cx="1321227" cy="1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32993287-CC11-AE1C-ED65-17A77490AF28}"/>
              </a:ext>
            </a:extLst>
          </p:cNvPr>
          <p:cNvCxnSpPr>
            <a:cxnSpLocks/>
          </p:cNvCxnSpPr>
          <p:nvPr/>
        </p:nvCxnSpPr>
        <p:spPr>
          <a:xfrm>
            <a:off x="17165378" y="14350972"/>
            <a:ext cx="1031908" cy="666168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74FA199C-6A21-44DD-841E-9DF851AE8B56}"/>
              </a:ext>
            </a:extLst>
          </p:cNvPr>
          <p:cNvCxnSpPr>
            <a:cxnSpLocks/>
          </p:cNvCxnSpPr>
          <p:nvPr/>
        </p:nvCxnSpPr>
        <p:spPr>
          <a:xfrm flipV="1">
            <a:off x="29622815" y="6052450"/>
            <a:ext cx="3098196" cy="1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E7D75229-FDBF-403B-A6F1-32F86D5DFFE4}"/>
              </a:ext>
            </a:extLst>
          </p:cNvPr>
          <p:cNvSpPr txBox="1"/>
          <p:nvPr/>
        </p:nvSpPr>
        <p:spPr>
          <a:xfrm>
            <a:off x="19368083" y="9477539"/>
            <a:ext cx="4770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WIENER-KAN </a:t>
            </a:r>
            <a:endParaRPr lang="zh-CN" altLang="en-US" sz="4400" dirty="0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B86AE96-E4DB-4604-B6D0-8202215AACE4}"/>
              </a:ext>
            </a:extLst>
          </p:cNvPr>
          <p:cNvGrpSpPr/>
          <p:nvPr/>
        </p:nvGrpSpPr>
        <p:grpSpPr>
          <a:xfrm>
            <a:off x="18486024" y="10860005"/>
            <a:ext cx="3460337" cy="2130293"/>
            <a:chOff x="18486024" y="10860005"/>
            <a:chExt cx="3460337" cy="2130293"/>
          </a:xfrm>
        </p:grpSpPr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D7ADCBB0-2CBA-4F36-8FD1-78418610AFE5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D8D57B71-6E36-4555-B7C6-FE254B40A7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箭头连接符 307">
                <a:extLst>
                  <a:ext uri="{FF2B5EF4-FFF2-40B4-BE49-F238E27FC236}">
                    <a16:creationId xmlns:a16="http://schemas.microsoft.com/office/drawing/2014/main" id="{84C9BFCE-097F-45AF-B748-F7114BC555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56714566-93D0-40A5-A355-4DEE06B47C12}"/>
                    </a:ext>
                  </a:extLst>
                </p:cNvPr>
                <p:cNvSpPr txBox="1"/>
                <p:nvPr/>
              </p:nvSpPr>
              <p:spPr>
                <a:xfrm>
                  <a:off x="21748375" y="12343967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56714566-93D0-40A5-A355-4DEE06B47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8375" y="12343967"/>
                  <a:ext cx="197986" cy="646331"/>
                </a:xfrm>
                <a:prstGeom prst="rect">
                  <a:avLst/>
                </a:prstGeom>
                <a:blipFill>
                  <a:blip r:embed="rId46"/>
                  <a:stretch>
                    <a:fillRect r="-7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2FFD34A9-9468-4A4F-9C54-D4C3812FA4EC}"/>
              </a:ext>
            </a:extLst>
          </p:cNvPr>
          <p:cNvGrpSpPr/>
          <p:nvPr/>
        </p:nvGrpSpPr>
        <p:grpSpPr>
          <a:xfrm>
            <a:off x="18350382" y="14657918"/>
            <a:ext cx="3548447" cy="2129217"/>
            <a:chOff x="18486024" y="10860005"/>
            <a:chExt cx="3548447" cy="2129217"/>
          </a:xfrm>
        </p:grpSpPr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B5D068A8-859C-48B1-B1DA-8D5B5EDA600D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319" name="直接箭头连接符 318">
                <a:extLst>
                  <a:ext uri="{FF2B5EF4-FFF2-40B4-BE49-F238E27FC236}">
                    <a16:creationId xmlns:a16="http://schemas.microsoft.com/office/drawing/2014/main" id="{D92C444E-24CD-4AD6-85FD-D8C16C568A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箭头连接符 321">
                <a:extLst>
                  <a:ext uri="{FF2B5EF4-FFF2-40B4-BE49-F238E27FC236}">
                    <a16:creationId xmlns:a16="http://schemas.microsoft.com/office/drawing/2014/main" id="{80A07805-2333-4F1E-B55B-F173224EE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F324EDE9-CA0C-4C79-8366-69B1F22446A6}"/>
                    </a:ext>
                  </a:extLst>
                </p:cNvPr>
                <p:cNvSpPr txBox="1"/>
                <p:nvPr/>
              </p:nvSpPr>
              <p:spPr>
                <a:xfrm>
                  <a:off x="21836485" y="12342891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F324EDE9-CA0C-4C79-8366-69B1F2244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6485" y="12342891"/>
                  <a:ext cx="197986" cy="646331"/>
                </a:xfrm>
                <a:prstGeom prst="rect">
                  <a:avLst/>
                </a:prstGeom>
                <a:blipFill>
                  <a:blip r:embed="rId47"/>
                  <a:stretch>
                    <a:fillRect r="-7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76A70D57-8A41-4D24-82E0-969EEC703815}"/>
              </a:ext>
            </a:extLst>
          </p:cNvPr>
          <p:cNvGrpSpPr/>
          <p:nvPr/>
        </p:nvGrpSpPr>
        <p:grpSpPr>
          <a:xfrm>
            <a:off x="10194395" y="12489454"/>
            <a:ext cx="3417371" cy="2141211"/>
            <a:chOff x="18486024" y="10860005"/>
            <a:chExt cx="3417371" cy="2141211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8A00D192-3511-4E64-B3F3-A61112334D64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326" name="直接箭头连接符 325">
                <a:extLst>
                  <a:ext uri="{FF2B5EF4-FFF2-40B4-BE49-F238E27FC236}">
                    <a16:creationId xmlns:a16="http://schemas.microsoft.com/office/drawing/2014/main" id="{E521705D-093C-40F3-AB96-03364D5579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箭头连接符 326">
                <a:extLst>
                  <a:ext uri="{FF2B5EF4-FFF2-40B4-BE49-F238E27FC236}">
                    <a16:creationId xmlns:a16="http://schemas.microsoft.com/office/drawing/2014/main" id="{01B9661B-DFBC-4452-94FC-56A89C96B8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C8935FF9-C5A0-44DF-BD31-D926ED698887}"/>
                    </a:ext>
                  </a:extLst>
                </p:cNvPr>
                <p:cNvSpPr txBox="1"/>
                <p:nvPr/>
              </p:nvSpPr>
              <p:spPr>
                <a:xfrm>
                  <a:off x="21705409" y="12354885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C8935FF9-C5A0-44DF-BD31-D926ED698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5409" y="12354885"/>
                  <a:ext cx="197986" cy="646331"/>
                </a:xfrm>
                <a:prstGeom prst="rect">
                  <a:avLst/>
                </a:prstGeom>
                <a:blipFill>
                  <a:blip r:embed="rId48"/>
                  <a:stretch>
                    <a:fillRect r="-696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3" name="文本框 332">
            <a:extLst>
              <a:ext uri="{FF2B5EF4-FFF2-40B4-BE49-F238E27FC236}">
                <a16:creationId xmlns:a16="http://schemas.microsoft.com/office/drawing/2014/main" id="{A92F1098-F867-46C9-841D-7917A911082F}"/>
              </a:ext>
            </a:extLst>
          </p:cNvPr>
          <p:cNvSpPr txBox="1"/>
          <p:nvPr/>
        </p:nvSpPr>
        <p:spPr>
          <a:xfrm>
            <a:off x="32853413" y="5670984"/>
            <a:ext cx="2967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Output Signal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95DA25AD-FDDA-46E1-87B7-FB441640C2B0}"/>
              </a:ext>
            </a:extLst>
          </p:cNvPr>
          <p:cNvSpPr/>
          <p:nvPr/>
        </p:nvSpPr>
        <p:spPr>
          <a:xfrm rot="5400000">
            <a:off x="30075858" y="5958532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F6652485-F891-40C0-89E6-1DAFAEFF3476}"/>
              </a:ext>
            </a:extLst>
          </p:cNvPr>
          <p:cNvSpPr/>
          <p:nvPr/>
        </p:nvSpPr>
        <p:spPr>
          <a:xfrm rot="5400000">
            <a:off x="16105180" y="6053747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00D1580C-9B17-4360-AEF6-1814A2BD47CC}"/>
              </a:ext>
            </a:extLst>
          </p:cNvPr>
          <p:cNvSpPr/>
          <p:nvPr/>
        </p:nvSpPr>
        <p:spPr>
          <a:xfrm rot="5400000">
            <a:off x="23224306" y="6050654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F328156-08A4-41F7-9506-10B883A24913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3446374" y="3006069"/>
            <a:ext cx="3125562" cy="684776"/>
          </a:xfrm>
          <a:prstGeom prst="rect">
            <a:avLst/>
          </a:prstGeom>
        </p:spPr>
      </p:pic>
      <p:cxnSp>
        <p:nvCxnSpPr>
          <p:cNvPr id="204" name="连接符: 肘形 203">
            <a:extLst>
              <a:ext uri="{FF2B5EF4-FFF2-40B4-BE49-F238E27FC236}">
                <a16:creationId xmlns:a16="http://schemas.microsoft.com/office/drawing/2014/main" id="{DDA2B0FD-6E67-4095-860F-99BC2257BE27}"/>
              </a:ext>
            </a:extLst>
          </p:cNvPr>
          <p:cNvCxnSpPr>
            <a:cxnSpLocks/>
          </p:cNvCxnSpPr>
          <p:nvPr/>
        </p:nvCxnSpPr>
        <p:spPr>
          <a:xfrm>
            <a:off x="3824139" y="15316317"/>
            <a:ext cx="1272762" cy="1619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F47BDA82-27B6-4D0E-AF35-670E0ADDF2A3}"/>
              </a:ext>
            </a:extLst>
          </p:cNvPr>
          <p:cNvSpPr txBox="1"/>
          <p:nvPr/>
        </p:nvSpPr>
        <p:spPr>
          <a:xfrm>
            <a:off x="2051716" y="14949081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Signal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BD64F9-E07D-41B2-ADF8-A7521F7F7394}"/>
              </a:ext>
            </a:extLst>
          </p:cNvPr>
          <p:cNvSpPr/>
          <p:nvPr/>
        </p:nvSpPr>
        <p:spPr>
          <a:xfrm>
            <a:off x="1481609" y="14881690"/>
            <a:ext cx="4096602" cy="17294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91251333-493C-4D97-ACB9-542CB0423A11}"/>
              </a:ext>
            </a:extLst>
          </p:cNvPr>
          <p:cNvSpPr txBox="1"/>
          <p:nvPr/>
        </p:nvSpPr>
        <p:spPr>
          <a:xfrm>
            <a:off x="1611991" y="15761796"/>
            <a:ext cx="1894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Training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1" name="连接符: 肘形 210">
            <a:extLst>
              <a:ext uri="{FF2B5EF4-FFF2-40B4-BE49-F238E27FC236}">
                <a16:creationId xmlns:a16="http://schemas.microsoft.com/office/drawing/2014/main" id="{DAF267EB-C54A-4550-AC94-ADE5CF4647B3}"/>
              </a:ext>
            </a:extLst>
          </p:cNvPr>
          <p:cNvCxnSpPr>
            <a:cxnSpLocks/>
          </p:cNvCxnSpPr>
          <p:nvPr/>
        </p:nvCxnSpPr>
        <p:spPr>
          <a:xfrm flipV="1">
            <a:off x="3824327" y="16168050"/>
            <a:ext cx="1272574" cy="6635"/>
          </a:xfrm>
          <a:prstGeom prst="bentConnector3">
            <a:avLst>
              <a:gd name="adj1" fmla="val 50000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66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D478-F910-145F-4275-091CBAE3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D15FA17D-60C8-423C-9BA5-22FD2E7DF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2209" y="3740037"/>
            <a:ext cx="3708587" cy="58418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06177BB-D6F7-4D06-892C-DE93D94BE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2550" y="2898954"/>
            <a:ext cx="2045904" cy="1684862"/>
          </a:xfrm>
          <a:prstGeom prst="rect">
            <a:avLst/>
          </a:prstGeom>
        </p:spPr>
      </p:pic>
      <p:cxnSp>
        <p:nvCxnSpPr>
          <p:cNvPr id="438" name="连接符: 肘形 437">
            <a:extLst>
              <a:ext uri="{FF2B5EF4-FFF2-40B4-BE49-F238E27FC236}">
                <a16:creationId xmlns:a16="http://schemas.microsoft.com/office/drawing/2014/main" id="{1E066B75-9FE8-BE53-CAA8-14D80601A3DF}"/>
              </a:ext>
            </a:extLst>
          </p:cNvPr>
          <p:cNvCxnSpPr>
            <a:cxnSpLocks/>
          </p:cNvCxnSpPr>
          <p:nvPr/>
        </p:nvCxnSpPr>
        <p:spPr>
          <a:xfrm rot="10800000">
            <a:off x="23911343" y="9470591"/>
            <a:ext cx="6154413" cy="887113"/>
          </a:xfrm>
          <a:prstGeom prst="bentConnector3">
            <a:avLst>
              <a:gd name="adj1" fmla="val 89301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47693872-4528-4CCC-D4AA-4210872ADB73}"/>
              </a:ext>
            </a:extLst>
          </p:cNvPr>
          <p:cNvGrpSpPr/>
          <p:nvPr/>
        </p:nvGrpSpPr>
        <p:grpSpPr>
          <a:xfrm>
            <a:off x="25066196" y="2770430"/>
            <a:ext cx="3664861" cy="5010235"/>
            <a:chOff x="31049400" y="2720291"/>
            <a:chExt cx="4142278" cy="2201924"/>
          </a:xfrm>
        </p:grpSpPr>
        <p:pic>
          <p:nvPicPr>
            <p:cNvPr id="317" name="图片 316">
              <a:extLst>
                <a:ext uri="{FF2B5EF4-FFF2-40B4-BE49-F238E27FC236}">
                  <a16:creationId xmlns:a16="http://schemas.microsoft.com/office/drawing/2014/main" id="{4FF7A198-7405-7FC2-D1EF-3E57E88AE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0" name="图片 319">
              <a:extLst>
                <a:ext uri="{FF2B5EF4-FFF2-40B4-BE49-F238E27FC236}">
                  <a16:creationId xmlns:a16="http://schemas.microsoft.com/office/drawing/2014/main" id="{E11FB05A-78DF-4687-10DE-13DB8A0EA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1" name="图片 320">
              <a:extLst>
                <a:ext uri="{FF2B5EF4-FFF2-40B4-BE49-F238E27FC236}">
                  <a16:creationId xmlns:a16="http://schemas.microsoft.com/office/drawing/2014/main" id="{F0D8E95B-2F6F-3B80-E4F8-29A9A0BB7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296A2CB2-831A-7B70-2F0C-03923A78D635}"/>
              </a:ext>
            </a:extLst>
          </p:cNvPr>
          <p:cNvGrpSpPr/>
          <p:nvPr/>
        </p:nvGrpSpPr>
        <p:grpSpPr>
          <a:xfrm>
            <a:off x="3642609" y="805608"/>
            <a:ext cx="5006499" cy="5324957"/>
            <a:chOff x="6837868" y="2090795"/>
            <a:chExt cx="5006498" cy="5324957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554F8A3D-345F-1221-BAB8-6F23475F35BF}"/>
                </a:ext>
              </a:extLst>
            </p:cNvPr>
            <p:cNvSpPr/>
            <p:nvPr/>
          </p:nvSpPr>
          <p:spPr>
            <a:xfrm>
              <a:off x="7986016" y="5906327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32557F7-D245-B024-D193-B1239AF9D7BA}"/>
                    </a:ext>
                  </a:extLst>
                </p:cNvPr>
                <p:cNvSpPr txBox="1"/>
                <p:nvPr/>
              </p:nvSpPr>
              <p:spPr>
                <a:xfrm>
                  <a:off x="7753445" y="5983226"/>
                  <a:ext cx="66601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32557F7-D245-B024-D193-B1239AF9D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3445" y="5983226"/>
                  <a:ext cx="66601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6824C703-66A2-B8FA-4996-9289D158E871}"/>
                </a:ext>
              </a:extLst>
            </p:cNvPr>
            <p:cNvSpPr/>
            <p:nvPr/>
          </p:nvSpPr>
          <p:spPr>
            <a:xfrm>
              <a:off x="9229658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3C2A7D5-165D-0A14-0792-A7047F6C5988}"/>
                    </a:ext>
                  </a:extLst>
                </p:cNvPr>
                <p:cNvSpPr txBox="1"/>
                <p:nvPr/>
              </p:nvSpPr>
              <p:spPr>
                <a:xfrm>
                  <a:off x="8997090" y="5933238"/>
                  <a:ext cx="101386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3C2A7D5-165D-0A14-0792-A7047F6C5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090" y="5933238"/>
                  <a:ext cx="101386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2E8BF5CC-5CC8-C8FE-7956-2A636ECF0676}"/>
                </a:ext>
              </a:extLst>
            </p:cNvPr>
            <p:cNvSpPr/>
            <p:nvPr/>
          </p:nvSpPr>
          <p:spPr>
            <a:xfrm>
              <a:off x="10475652" y="5856339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FBE88491-AED8-4BA9-1078-40C1C7FF9142}"/>
                    </a:ext>
                  </a:extLst>
                </p:cNvPr>
                <p:cNvSpPr txBox="1"/>
                <p:nvPr/>
              </p:nvSpPr>
              <p:spPr>
                <a:xfrm>
                  <a:off x="10243083" y="5933238"/>
                  <a:ext cx="101386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FBE88491-AED8-4BA9-1078-40C1C7FF9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083" y="5933238"/>
                  <a:ext cx="101386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EF4D979D-CA3E-8CAB-7760-7AA1EF3ADB73}"/>
                </a:ext>
              </a:extLst>
            </p:cNvPr>
            <p:cNvSpPr/>
            <p:nvPr/>
          </p:nvSpPr>
          <p:spPr>
            <a:xfrm>
              <a:off x="8708043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4C01BA73-A068-EBF2-7E5F-A1ECACB6B2B7}"/>
                    </a:ext>
                  </a:extLst>
                </p:cNvPr>
                <p:cNvSpPr txBox="1"/>
                <p:nvPr/>
              </p:nvSpPr>
              <p:spPr>
                <a:xfrm>
                  <a:off x="7617328" y="4292828"/>
                  <a:ext cx="102188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4C01BA73-A068-EBF2-7E5F-A1ECACB6B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28" y="4292828"/>
                  <a:ext cx="102188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D308D626-9B76-9688-2F69-D6E0B4EB371D}"/>
                </a:ext>
              </a:extLst>
            </p:cNvPr>
            <p:cNvSpPr/>
            <p:nvPr/>
          </p:nvSpPr>
          <p:spPr>
            <a:xfrm>
              <a:off x="9649427" y="4610395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FABE41C2-102D-6712-040B-6A4C4EC07714}"/>
                    </a:ext>
                  </a:extLst>
                </p:cNvPr>
                <p:cNvSpPr txBox="1"/>
                <p:nvPr/>
              </p:nvSpPr>
              <p:spPr>
                <a:xfrm>
                  <a:off x="9773918" y="4272127"/>
                  <a:ext cx="102188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FABE41C2-102D-6712-040B-6A4C4EC07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18" y="4272127"/>
                  <a:ext cx="102188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0DC6C81E-C07B-2305-B5D6-8E5A4BF1A636}"/>
                </a:ext>
              </a:extLst>
            </p:cNvPr>
            <p:cNvCxnSpPr>
              <a:cxnSpLocks/>
              <a:stCxn id="152" idx="7"/>
            </p:cNvCxnSpPr>
            <p:nvPr/>
          </p:nvCxnSpPr>
          <p:spPr>
            <a:xfrm flipV="1">
              <a:off x="8150299" y="4751460"/>
              <a:ext cx="605223" cy="118305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8CC889E0-8DE5-D41E-F97C-87940241E150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H="1" flipV="1">
              <a:off x="8856770" y="4796459"/>
              <a:ext cx="469124" cy="105988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D1719E23-64D9-F011-54F2-1B09BBACA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052" y="4751460"/>
              <a:ext cx="1628950" cy="129221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57A1137-D1E6-E30F-C255-A3B4B32E85D3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9325893" y="4788534"/>
              <a:ext cx="386752" cy="106780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AC87A623-58C9-054C-E844-7BF6B1C158EE}"/>
                </a:ext>
              </a:extLst>
            </p:cNvPr>
            <p:cNvCxnSpPr>
              <a:cxnSpLocks/>
              <a:stCxn id="148" idx="1"/>
            </p:cNvCxnSpPr>
            <p:nvPr/>
          </p:nvCxnSpPr>
          <p:spPr>
            <a:xfrm flipH="1" flipV="1">
              <a:off x="9757430" y="4746471"/>
              <a:ext cx="746408" cy="11380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6353E74-A221-37FC-1372-4076F65E286D}"/>
                    </a:ext>
                  </a:extLst>
                </p:cNvPr>
                <p:cNvSpPr txBox="1"/>
                <p:nvPr/>
              </p:nvSpPr>
              <p:spPr>
                <a:xfrm>
                  <a:off x="8910372" y="3553273"/>
                  <a:ext cx="6740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6353E74-A221-37FC-1372-4076F65E2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0372" y="3553273"/>
                  <a:ext cx="674031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1410F40F-4F40-50BE-C5B8-2FB9C84D7C7D}"/>
                </a:ext>
              </a:extLst>
            </p:cNvPr>
            <p:cNvSpPr/>
            <p:nvPr/>
          </p:nvSpPr>
          <p:spPr>
            <a:xfrm>
              <a:off x="9180605" y="4287816"/>
              <a:ext cx="192470" cy="19247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734DB3C8-A546-B424-AE2B-5BBE63A934E9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V="1">
              <a:off x="8136786" y="4480286"/>
              <a:ext cx="1140055" cy="149739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3CD7962-8D36-2F08-48A5-B13AEAD1563D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53783" cy="150294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AB2728E-59D6-775E-DBE6-4548B55C4802}"/>
                </a:ext>
              </a:extLst>
            </p:cNvPr>
            <p:cNvCxnSpPr>
              <a:cxnSpLocks/>
              <a:endCxn id="118" idx="4"/>
            </p:cNvCxnSpPr>
            <p:nvPr/>
          </p:nvCxnSpPr>
          <p:spPr>
            <a:xfrm flipH="1" flipV="1">
              <a:off x="9276841" y="4480286"/>
              <a:ext cx="1283278" cy="147228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EEF6CD95-408B-B73A-ACA5-E333EAD26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7097" y="4452101"/>
              <a:ext cx="401694" cy="29437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7B2C210E-0E20-9E9B-6A16-57DD0856C4AA}"/>
                </a:ext>
              </a:extLst>
            </p:cNvPr>
            <p:cNvCxnSpPr>
              <a:cxnSpLocks/>
              <a:endCxn id="118" idx="5"/>
            </p:cNvCxnSpPr>
            <p:nvPr/>
          </p:nvCxnSpPr>
          <p:spPr>
            <a:xfrm flipH="1" flipV="1">
              <a:off x="9344889" y="4452099"/>
              <a:ext cx="429032" cy="29437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F54CD2E-E936-3FA9-A2C5-9ECD2D6EB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3644" y="4762709"/>
              <a:ext cx="1686474" cy="117053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B0AB6C7E-E3D9-75D8-28B2-08D8C01A0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771" y="4706461"/>
              <a:ext cx="944979" cy="1125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31DA9758-C6F2-2F0D-EB7C-CBF80F6037FE}"/>
                </a:ext>
              </a:extLst>
            </p:cNvPr>
            <p:cNvSpPr/>
            <p:nvPr/>
          </p:nvSpPr>
          <p:spPr>
            <a:xfrm>
              <a:off x="7231093" y="3305885"/>
              <a:ext cx="4174454" cy="410986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B9AB2DDC-05E2-5E5D-8E04-E295ECD759F0}"/>
                </a:ext>
              </a:extLst>
            </p:cNvPr>
            <p:cNvSpPr txBox="1"/>
            <p:nvPr/>
          </p:nvSpPr>
          <p:spPr>
            <a:xfrm>
              <a:off x="6837868" y="2090795"/>
              <a:ext cx="50064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频率响应注入线性 </a:t>
              </a:r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RNN</a:t>
              </a:r>
              <a:endPara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F40FB61B-C344-A244-0670-DF383D87CAE3}"/>
              </a:ext>
            </a:extLst>
          </p:cNvPr>
          <p:cNvGrpSpPr/>
          <p:nvPr/>
        </p:nvGrpSpPr>
        <p:grpSpPr>
          <a:xfrm>
            <a:off x="29547304" y="984510"/>
            <a:ext cx="7770260" cy="4295505"/>
            <a:chOff x="3015530" y="7916536"/>
            <a:chExt cx="7472773" cy="4442546"/>
          </a:xfrm>
        </p:grpSpPr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C3ABAD0D-A36B-8BFB-5E5D-2FCF1536B63C}"/>
                </a:ext>
              </a:extLst>
            </p:cNvPr>
            <p:cNvCxnSpPr>
              <a:cxnSpLocks/>
              <a:stCxn id="31" idx="3"/>
              <a:endCxn id="45" idx="1"/>
            </p:cNvCxnSpPr>
            <p:nvPr/>
          </p:nvCxnSpPr>
          <p:spPr>
            <a:xfrm flipV="1">
              <a:off x="5793785" y="10722471"/>
              <a:ext cx="662642" cy="4280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0BC32CB-B638-6CC9-A6A3-E4DC13C73FE5}"/>
                </a:ext>
              </a:extLst>
            </p:cNvPr>
            <p:cNvSpPr txBox="1"/>
            <p:nvPr/>
          </p:nvSpPr>
          <p:spPr>
            <a:xfrm>
              <a:off x="4574750" y="11493060"/>
              <a:ext cx="177659" cy="54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E0215EB-EF43-B061-68F9-58715796929D}"/>
                </a:ext>
              </a:extLst>
            </p:cNvPr>
            <p:cNvSpPr/>
            <p:nvPr/>
          </p:nvSpPr>
          <p:spPr>
            <a:xfrm>
              <a:off x="3328123" y="9969609"/>
              <a:ext cx="2465662" cy="159133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  <p:sp>
          <p:nvSpPr>
            <p:cNvPr id="45" name="流程图: 终止 44">
              <a:extLst>
                <a:ext uri="{FF2B5EF4-FFF2-40B4-BE49-F238E27FC236}">
                  <a16:creationId xmlns:a16="http://schemas.microsoft.com/office/drawing/2014/main" id="{F3CA72C6-1634-04CE-FA7C-EBB8B5DD48D9}"/>
                </a:ext>
              </a:extLst>
            </p:cNvPr>
            <p:cNvSpPr/>
            <p:nvPr/>
          </p:nvSpPr>
          <p:spPr>
            <a:xfrm>
              <a:off x="6456427" y="9884003"/>
              <a:ext cx="4031876" cy="1676936"/>
            </a:xfrm>
            <a:prstGeom prst="flowChartTerminator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DDAD8F28-A213-B640-C512-9CF094E3BAAE}"/>
                </a:ext>
              </a:extLst>
            </p:cNvPr>
            <p:cNvSpPr txBox="1"/>
            <p:nvPr/>
          </p:nvSpPr>
          <p:spPr>
            <a:xfrm>
              <a:off x="3594889" y="7916536"/>
              <a:ext cx="1959722" cy="1241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3600" b="1" dirty="0"/>
                <a:t>物理信息</a:t>
              </a:r>
              <a:endParaRPr lang="en-US" altLang="zh-CN" sz="3600" b="1" dirty="0"/>
            </a:p>
            <a:p>
              <a:r>
                <a:rPr lang="en-US" altLang="zh-CN" sz="3600" b="1" dirty="0"/>
                <a:t>KAN</a:t>
              </a:r>
              <a:endParaRPr lang="zh-CN" altLang="en-US" sz="3600" b="1" dirty="0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FEC5CB67-CFDC-518E-7EC0-9EB17B834E70}"/>
                </a:ext>
              </a:extLst>
            </p:cNvPr>
            <p:cNvSpPr/>
            <p:nvPr/>
          </p:nvSpPr>
          <p:spPr>
            <a:xfrm>
              <a:off x="3015530" y="9210120"/>
              <a:ext cx="3052201" cy="314896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/>
            </a:p>
          </p:txBody>
        </p:sp>
      </p:grpSp>
      <p:sp>
        <p:nvSpPr>
          <p:cNvPr id="26" name="椭圆 25">
            <a:extLst>
              <a:ext uri="{FF2B5EF4-FFF2-40B4-BE49-F238E27FC236}">
                <a16:creationId xmlns:a16="http://schemas.microsoft.com/office/drawing/2014/main" id="{046DCA3A-F2D0-AD17-A66A-8F89BAD9373C}"/>
              </a:ext>
            </a:extLst>
          </p:cNvPr>
          <p:cNvSpPr/>
          <p:nvPr/>
        </p:nvSpPr>
        <p:spPr>
          <a:xfrm rot="5400000">
            <a:off x="20432616" y="2920314"/>
            <a:ext cx="1286696" cy="13182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97C9E56A-239F-AF1B-9A5B-F25A980D3C3A}"/>
              </a:ext>
            </a:extLst>
          </p:cNvPr>
          <p:cNvSpPr/>
          <p:nvPr/>
        </p:nvSpPr>
        <p:spPr>
          <a:xfrm rot="5400000">
            <a:off x="17092488" y="2984735"/>
            <a:ext cx="1470272" cy="1471037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/>
          </a:p>
        </p:txBody>
      </p:sp>
      <p:cxnSp>
        <p:nvCxnSpPr>
          <p:cNvPr id="428" name="直接箭头连接符 427">
            <a:extLst>
              <a:ext uri="{FF2B5EF4-FFF2-40B4-BE49-F238E27FC236}">
                <a16:creationId xmlns:a16="http://schemas.microsoft.com/office/drawing/2014/main" id="{0E70632B-22F4-D946-228F-EC8A78D674F4}"/>
              </a:ext>
            </a:extLst>
          </p:cNvPr>
          <p:cNvCxnSpPr>
            <a:cxnSpLocks/>
            <a:stCxn id="422" idx="4"/>
            <a:endCxn id="139" idx="6"/>
          </p:cNvCxnSpPr>
          <p:nvPr/>
        </p:nvCxnSpPr>
        <p:spPr>
          <a:xfrm flipH="1">
            <a:off x="8210287" y="3720254"/>
            <a:ext cx="8881819" cy="3553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直接箭头连接符 424">
            <a:extLst>
              <a:ext uri="{FF2B5EF4-FFF2-40B4-BE49-F238E27FC236}">
                <a16:creationId xmlns:a16="http://schemas.microsoft.com/office/drawing/2014/main" id="{C6D703A7-6DB0-EA2B-A7D9-558A94AA40A0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1735086" y="2378680"/>
            <a:ext cx="8852792" cy="120075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1D8ED4C-15FD-3B9A-E0E6-6E475BD969C2}"/>
              </a:ext>
            </a:extLst>
          </p:cNvPr>
          <p:cNvCxnSpPr>
            <a:cxnSpLocks/>
          </p:cNvCxnSpPr>
          <p:nvPr/>
        </p:nvCxnSpPr>
        <p:spPr>
          <a:xfrm>
            <a:off x="31099722" y="11043231"/>
            <a:ext cx="448731" cy="7283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800C2242-D130-B1D6-36FE-BA5B765DE927}"/>
              </a:ext>
            </a:extLst>
          </p:cNvPr>
          <p:cNvGrpSpPr/>
          <p:nvPr/>
        </p:nvGrpSpPr>
        <p:grpSpPr>
          <a:xfrm>
            <a:off x="30885089" y="10987299"/>
            <a:ext cx="6654007" cy="5707174"/>
            <a:chOff x="31137913" y="10775616"/>
            <a:chExt cx="6654007" cy="6958155"/>
          </a:xfrm>
        </p:grpSpPr>
        <p:pic>
          <p:nvPicPr>
            <p:cNvPr id="459" name="图片 458">
              <a:extLst>
                <a:ext uri="{FF2B5EF4-FFF2-40B4-BE49-F238E27FC236}">
                  <a16:creationId xmlns:a16="http://schemas.microsoft.com/office/drawing/2014/main" id="{80ACF8F4-3237-C3F6-1AA3-62F6356784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1615" b="-10545"/>
            <a:stretch/>
          </p:blipFill>
          <p:spPr>
            <a:xfrm>
              <a:off x="31493256" y="12131862"/>
              <a:ext cx="5690914" cy="4939863"/>
            </a:xfrm>
            <a:prstGeom prst="rect">
              <a:avLst/>
            </a:prstGeom>
          </p:spPr>
        </p:pic>
        <p:grpSp>
          <p:nvGrpSpPr>
            <p:cNvPr id="572" name="组合 571">
              <a:extLst>
                <a:ext uri="{FF2B5EF4-FFF2-40B4-BE49-F238E27FC236}">
                  <a16:creationId xmlns:a16="http://schemas.microsoft.com/office/drawing/2014/main" id="{7504C6E7-A805-9FE0-7991-B251E87515CA}"/>
                </a:ext>
              </a:extLst>
            </p:cNvPr>
            <p:cNvGrpSpPr/>
            <p:nvPr/>
          </p:nvGrpSpPr>
          <p:grpSpPr>
            <a:xfrm>
              <a:off x="31137913" y="10775616"/>
              <a:ext cx="6654007" cy="6958155"/>
              <a:chOff x="33503929" y="11465121"/>
              <a:chExt cx="6654007" cy="6958155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8A958C0-1522-ED17-7CBE-5C06C75C1B46}"/>
                  </a:ext>
                </a:extLst>
              </p:cNvPr>
              <p:cNvSpPr txBox="1"/>
              <p:nvPr/>
            </p:nvSpPr>
            <p:spPr>
              <a:xfrm>
                <a:off x="34734873" y="11465121"/>
                <a:ext cx="4574256" cy="788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200" b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3600" dirty="0"/>
                  <a:t>基于幅值的损失函数</a:t>
                </a:r>
              </a:p>
            </p:txBody>
          </p:sp>
          <p:grpSp>
            <p:nvGrpSpPr>
              <p:cNvPr id="535" name="组合 534">
                <a:extLst>
                  <a:ext uri="{FF2B5EF4-FFF2-40B4-BE49-F238E27FC236}">
                    <a16:creationId xmlns:a16="http://schemas.microsoft.com/office/drawing/2014/main" id="{9F0B0DC6-FC10-F8DD-C0BF-C34D46F4F09C}"/>
                  </a:ext>
                </a:extLst>
              </p:cNvPr>
              <p:cNvGrpSpPr/>
              <p:nvPr/>
            </p:nvGrpSpPr>
            <p:grpSpPr>
              <a:xfrm>
                <a:off x="33503929" y="12362178"/>
                <a:ext cx="6654007" cy="6061098"/>
                <a:chOff x="32226850" y="13011650"/>
                <a:chExt cx="8132503" cy="7407852"/>
              </a:xfrm>
            </p:grpSpPr>
            <p:grpSp>
              <p:nvGrpSpPr>
                <p:cNvPr id="534" name="组合 533">
                  <a:extLst>
                    <a:ext uri="{FF2B5EF4-FFF2-40B4-BE49-F238E27FC236}">
                      <a16:creationId xmlns:a16="http://schemas.microsoft.com/office/drawing/2014/main" id="{C9102FA2-2CC9-F334-CEE5-E928BB3178C1}"/>
                    </a:ext>
                  </a:extLst>
                </p:cNvPr>
                <p:cNvGrpSpPr/>
                <p:nvPr/>
              </p:nvGrpSpPr>
              <p:grpSpPr>
                <a:xfrm>
                  <a:off x="32226850" y="13011650"/>
                  <a:ext cx="8132503" cy="7407852"/>
                  <a:chOff x="32226850" y="13011650"/>
                  <a:chExt cx="8132503" cy="7407852"/>
                </a:xfrm>
              </p:grpSpPr>
              <p:sp>
                <p:nvSpPr>
                  <p:cNvPr id="33" name="矩形: 圆角 32">
                    <a:extLst>
                      <a:ext uri="{FF2B5EF4-FFF2-40B4-BE49-F238E27FC236}">
                        <a16:creationId xmlns:a16="http://schemas.microsoft.com/office/drawing/2014/main" id="{2C4C818E-5CCF-D76E-7CDF-329D526B0B54}"/>
                      </a:ext>
                    </a:extLst>
                  </p:cNvPr>
                  <p:cNvSpPr/>
                  <p:nvPr/>
                </p:nvSpPr>
                <p:spPr>
                  <a:xfrm>
                    <a:off x="32226850" y="13011650"/>
                    <a:ext cx="8132503" cy="7134034"/>
                  </a:xfrm>
                  <a:prstGeom prst="roundRect">
                    <a:avLst/>
                  </a:prstGeom>
                  <a:noFill/>
                  <a:ln w="2540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 b="1"/>
                  </a:p>
                </p:txBody>
              </p:sp>
              <p:sp>
                <p:nvSpPr>
                  <p:cNvPr id="522" name="弧形 521">
                    <a:extLst>
                      <a:ext uri="{FF2B5EF4-FFF2-40B4-BE49-F238E27FC236}">
                        <a16:creationId xmlns:a16="http://schemas.microsoft.com/office/drawing/2014/main" id="{711F8BB2-DF33-9063-62A1-5D813844A097}"/>
                      </a:ext>
                    </a:extLst>
                  </p:cNvPr>
                  <p:cNvSpPr/>
                  <p:nvPr/>
                </p:nvSpPr>
                <p:spPr>
                  <a:xfrm rot="797706" flipV="1">
                    <a:off x="37062428" y="14324916"/>
                    <a:ext cx="2909006" cy="6094586"/>
                  </a:xfrm>
                  <a:prstGeom prst="arc">
                    <a:avLst>
                      <a:gd name="adj1" fmla="val 19056900"/>
                      <a:gd name="adj2" fmla="val 3987019"/>
                    </a:avLst>
                  </a:prstGeom>
                  <a:ln w="25400">
                    <a:solidFill>
                      <a:srgbClr val="FF0000"/>
                    </a:solidFill>
                    <a:headEnd type="triangle" w="lg" len="lg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 b="1"/>
                  </a:p>
                </p:txBody>
              </p:sp>
              <p:cxnSp>
                <p:nvCxnSpPr>
                  <p:cNvPr id="531" name="直接箭头连接符 530">
                    <a:extLst>
                      <a:ext uri="{FF2B5EF4-FFF2-40B4-BE49-F238E27FC236}">
                        <a16:creationId xmlns:a16="http://schemas.microsoft.com/office/drawing/2014/main" id="{F7BD5156-0568-B686-9A13-3C49A21414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73662" y="16640435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1010FF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>
                    <a:extLst>
                      <a:ext uri="{FF2B5EF4-FFF2-40B4-BE49-F238E27FC236}">
                        <a16:creationId xmlns:a16="http://schemas.microsoft.com/office/drawing/2014/main" id="{4ED93FCF-2172-8C9A-AAD7-90E88B5545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629076" y="14344836"/>
                    <a:ext cx="0" cy="115182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1" name="弧形 520">
                  <a:extLst>
                    <a:ext uri="{FF2B5EF4-FFF2-40B4-BE49-F238E27FC236}">
                      <a16:creationId xmlns:a16="http://schemas.microsoft.com/office/drawing/2014/main" id="{B14DB507-F16A-D8A4-A1CA-832A825AE645}"/>
                    </a:ext>
                  </a:extLst>
                </p:cNvPr>
                <p:cNvSpPr/>
                <p:nvPr/>
              </p:nvSpPr>
              <p:spPr>
                <a:xfrm rot="2002819" flipH="1" flipV="1">
                  <a:off x="32432906" y="16475620"/>
                  <a:ext cx="3590987" cy="3395601"/>
                </a:xfrm>
                <a:prstGeom prst="arc">
                  <a:avLst>
                    <a:gd name="adj1" fmla="val 17165515"/>
                    <a:gd name="adj2" fmla="val 20934335"/>
                  </a:avLst>
                </a:prstGeom>
                <a:ln w="25400">
                  <a:solidFill>
                    <a:srgbClr val="0000FF"/>
                  </a:solidFill>
                  <a:headEnd type="triangle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b="1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32297704-187D-4F3A-FF31-1A74346F322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84296" y="14186725"/>
                    <a:ext cx="780918" cy="7880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6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3600" dirty="0">
                      <a:solidFill>
                        <a:srgbClr val="4472C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0" name="文本框 539">
                    <a:extLst>
                      <a:ext uri="{FF2B5EF4-FFF2-40B4-BE49-F238E27FC236}">
                        <a16:creationId xmlns:a16="http://schemas.microsoft.com/office/drawing/2014/main" id="{32297704-187D-4F3A-FF31-1A74346F3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84296" y="14186725"/>
                    <a:ext cx="780918" cy="78800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0685C627-672A-02BF-6B57-9A565F3161D4}"/>
                      </a:ext>
                    </a:extLst>
                  </p:cNvPr>
                  <p:cNvSpPr txBox="1"/>
                  <p:nvPr/>
                </p:nvSpPr>
                <p:spPr>
                  <a:xfrm>
                    <a:off x="37614253" y="12346763"/>
                    <a:ext cx="780918" cy="78800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32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3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1" name="文本框 540">
                    <a:extLst>
                      <a:ext uri="{FF2B5EF4-FFF2-40B4-BE49-F238E27FC236}">
                        <a16:creationId xmlns:a16="http://schemas.microsoft.com/office/drawing/2014/main" id="{0685C627-672A-02BF-6B57-9A565F3161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14253" y="12346763"/>
                    <a:ext cx="780918" cy="78800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3" name="左中括号 542">
                <a:extLst>
                  <a:ext uri="{FF2B5EF4-FFF2-40B4-BE49-F238E27FC236}">
                    <a16:creationId xmlns:a16="http://schemas.microsoft.com/office/drawing/2014/main" id="{D46DD07C-0D2E-1B05-9474-9FEE61454319}"/>
                  </a:ext>
                </a:extLst>
              </p:cNvPr>
              <p:cNvSpPr/>
              <p:nvPr/>
            </p:nvSpPr>
            <p:spPr>
              <a:xfrm rot="5400000">
                <a:off x="35396522" y="13925148"/>
                <a:ext cx="228037" cy="230597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45" name="左中括号 544">
                <a:extLst>
                  <a:ext uri="{FF2B5EF4-FFF2-40B4-BE49-F238E27FC236}">
                    <a16:creationId xmlns:a16="http://schemas.microsoft.com/office/drawing/2014/main" id="{C470AB10-88D3-3591-0F97-92E493020EBE}"/>
                  </a:ext>
                </a:extLst>
              </p:cNvPr>
              <p:cNvSpPr/>
              <p:nvPr/>
            </p:nvSpPr>
            <p:spPr>
              <a:xfrm rot="5400000">
                <a:off x="37778162" y="12000785"/>
                <a:ext cx="230985" cy="2460258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</p:grpSp>
      <p:pic>
        <p:nvPicPr>
          <p:cNvPr id="192" name="图片 191">
            <a:extLst>
              <a:ext uri="{FF2B5EF4-FFF2-40B4-BE49-F238E27FC236}">
                <a16:creationId xmlns:a16="http://schemas.microsoft.com/office/drawing/2014/main" id="{1BB04B10-C76C-AF86-23F3-204DF2AECD30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735" y="8313585"/>
            <a:ext cx="3266293" cy="3927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63EF97F1-1853-74C3-78AA-33E250FF2963}"/>
              </a:ext>
            </a:extLst>
          </p:cNvPr>
          <p:cNvGrpSpPr/>
          <p:nvPr/>
        </p:nvGrpSpPr>
        <p:grpSpPr>
          <a:xfrm>
            <a:off x="15419550" y="1856284"/>
            <a:ext cx="8544088" cy="8416931"/>
            <a:chOff x="17619491" y="1517924"/>
            <a:chExt cx="8544086" cy="8416932"/>
          </a:xfrm>
        </p:grpSpPr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748C1147-D441-439E-85AF-753F83F64FC3}"/>
                </a:ext>
              </a:extLst>
            </p:cNvPr>
            <p:cNvCxnSpPr>
              <a:cxnSpLocks/>
              <a:stCxn id="287" idx="1"/>
            </p:cNvCxnSpPr>
            <p:nvPr/>
          </p:nvCxnSpPr>
          <p:spPr>
            <a:xfrm flipH="1" flipV="1">
              <a:off x="18409044" y="5817825"/>
              <a:ext cx="1153107" cy="27752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E2FFFA63-8FF4-DCDC-F420-DB643F065B80}"/>
                </a:ext>
              </a:extLst>
            </p:cNvPr>
            <p:cNvCxnSpPr>
              <a:cxnSpLocks/>
              <a:endCxn id="297" idx="1"/>
            </p:cNvCxnSpPr>
            <p:nvPr/>
          </p:nvCxnSpPr>
          <p:spPr>
            <a:xfrm flipH="1">
              <a:off x="23707097" y="5828319"/>
              <a:ext cx="1717149" cy="26870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8A4CB171-284D-6F46-D722-E3F89ACD6320}"/>
                </a:ext>
              </a:extLst>
            </p:cNvPr>
            <p:cNvCxnSpPr>
              <a:cxnSpLocks/>
              <a:stCxn id="300" idx="3"/>
            </p:cNvCxnSpPr>
            <p:nvPr/>
          </p:nvCxnSpPr>
          <p:spPr>
            <a:xfrm flipH="1">
              <a:off x="20254634" y="8554162"/>
              <a:ext cx="727374" cy="35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280C5DCA-DDD6-7D97-87C2-DC2C9BD70FA7}"/>
                    </a:ext>
                  </a:extLst>
                </p:cNvPr>
                <p:cNvSpPr txBox="1"/>
                <p:nvPr/>
              </p:nvSpPr>
              <p:spPr>
                <a:xfrm rot="5400000">
                  <a:off x="19686370" y="5730034"/>
                  <a:ext cx="93892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280C5DCA-DDD6-7D97-87C2-DC2C9BD70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9686370" y="5730034"/>
                  <a:ext cx="938926" cy="6463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DD1EEA27-434D-A53C-CB04-C934B49C505E}"/>
                </a:ext>
              </a:extLst>
            </p:cNvPr>
            <p:cNvCxnSpPr>
              <a:cxnSpLocks/>
              <a:endCxn id="289" idx="3"/>
            </p:cNvCxnSpPr>
            <p:nvPr/>
          </p:nvCxnSpPr>
          <p:spPr>
            <a:xfrm flipH="1" flipV="1">
              <a:off x="23746199" y="4824900"/>
              <a:ext cx="1678047" cy="10034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C2D12F8F-EBE5-CD14-E519-E0323FE085CA}"/>
                </a:ext>
              </a:extLst>
            </p:cNvPr>
            <p:cNvCxnSpPr>
              <a:cxnSpLocks/>
              <a:stCxn id="302" idx="3"/>
              <a:endCxn id="285" idx="3"/>
            </p:cNvCxnSpPr>
            <p:nvPr/>
          </p:nvCxnSpPr>
          <p:spPr>
            <a:xfrm flipH="1">
              <a:off x="20519404" y="4860112"/>
              <a:ext cx="385987" cy="66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F206C56B-61A6-CCEE-90AC-89591D7B7239}"/>
                </a:ext>
              </a:extLst>
            </p:cNvPr>
            <p:cNvCxnSpPr>
              <a:cxnSpLocks/>
              <a:stCxn id="285" idx="1"/>
            </p:cNvCxnSpPr>
            <p:nvPr/>
          </p:nvCxnSpPr>
          <p:spPr>
            <a:xfrm flipH="1">
              <a:off x="18409044" y="4866727"/>
              <a:ext cx="1071016" cy="95109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4EA1A48E-0CC1-C2A3-7993-62C90A08C13A}"/>
                </a:ext>
              </a:extLst>
            </p:cNvPr>
            <p:cNvCxnSpPr>
              <a:cxnSpLocks/>
              <a:stCxn id="286" idx="1"/>
            </p:cNvCxnSpPr>
            <p:nvPr/>
          </p:nvCxnSpPr>
          <p:spPr>
            <a:xfrm flipH="1" flipV="1">
              <a:off x="18409044" y="5817825"/>
              <a:ext cx="1129172" cy="1370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76C4B9FF-8F3D-F1CB-EE81-9A7C11AC408A}"/>
                </a:ext>
              </a:extLst>
            </p:cNvPr>
            <p:cNvCxnSpPr>
              <a:cxnSpLocks/>
              <a:endCxn id="294" idx="1"/>
            </p:cNvCxnSpPr>
            <p:nvPr/>
          </p:nvCxnSpPr>
          <p:spPr>
            <a:xfrm flipH="1">
              <a:off x="23698636" y="5828319"/>
              <a:ext cx="1725610" cy="13343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3BA3F2FE-077C-9297-6297-705E65901CA0}"/>
                </a:ext>
              </a:extLst>
            </p:cNvPr>
            <p:cNvCxnSpPr>
              <a:cxnSpLocks/>
              <a:stCxn id="304" idx="1"/>
            </p:cNvCxnSpPr>
            <p:nvPr/>
          </p:nvCxnSpPr>
          <p:spPr>
            <a:xfrm flipH="1">
              <a:off x="20219671" y="7131393"/>
              <a:ext cx="711506" cy="990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D4DC94B0-E362-CF2F-568C-834A9CFDDB25}"/>
                    </a:ext>
                  </a:extLst>
                </p:cNvPr>
                <p:cNvSpPr txBox="1"/>
                <p:nvPr/>
              </p:nvSpPr>
              <p:spPr>
                <a:xfrm>
                  <a:off x="19800524" y="5202571"/>
                  <a:ext cx="84674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D4DC94B0-E362-CF2F-568C-834A9CFDD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0524" y="5202571"/>
                  <a:ext cx="846746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CC02F602-B61E-2C31-3F8A-4DAB069D06D5}"/>
                    </a:ext>
                  </a:extLst>
                </p:cNvPr>
                <p:cNvSpPr txBox="1"/>
                <p:nvPr/>
              </p:nvSpPr>
              <p:spPr>
                <a:xfrm>
                  <a:off x="19950126" y="7507392"/>
                  <a:ext cx="96257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CC02F602-B61E-2C31-3F8A-4DAB069D0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50126" y="7507392"/>
                  <a:ext cx="962571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717F907-8A9B-3229-3E92-8D1C18AFFC4C}"/>
                    </a:ext>
                  </a:extLst>
                </p:cNvPr>
                <p:cNvSpPr txBox="1"/>
                <p:nvPr/>
              </p:nvSpPr>
              <p:spPr>
                <a:xfrm>
                  <a:off x="20017101" y="8904022"/>
                  <a:ext cx="61472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717F907-8A9B-3229-3E92-8D1C18AF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7101" y="8904022"/>
                  <a:ext cx="61472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7945D123-1F3B-4220-2FFA-18B5E0B69FA2}"/>
                    </a:ext>
                  </a:extLst>
                </p:cNvPr>
                <p:cNvSpPr txBox="1"/>
                <p:nvPr/>
              </p:nvSpPr>
              <p:spPr>
                <a:xfrm rot="5400000">
                  <a:off x="20935018" y="5708254"/>
                  <a:ext cx="91917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7945D123-1F3B-4220-2FFA-18B5E0B69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0935018" y="5708254"/>
                  <a:ext cx="919174" cy="6463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24F1890-50C3-EB7B-75AB-F59E8034AF92}"/>
                    </a:ext>
                  </a:extLst>
                </p:cNvPr>
                <p:cNvSpPr txBox="1"/>
                <p:nvPr/>
              </p:nvSpPr>
              <p:spPr>
                <a:xfrm rot="153615">
                  <a:off x="17649734" y="5855686"/>
                  <a:ext cx="94064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24F1890-50C3-EB7B-75AB-F59E8034A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53615">
                  <a:off x="17649734" y="5855686"/>
                  <a:ext cx="940642" cy="76944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A85D99D8-D29E-63A0-064A-1FED6407850C}"/>
                </a:ext>
              </a:extLst>
            </p:cNvPr>
            <p:cNvCxnSpPr>
              <a:cxnSpLocks/>
              <a:stCxn id="265" idx="1"/>
            </p:cNvCxnSpPr>
            <p:nvPr/>
          </p:nvCxnSpPr>
          <p:spPr>
            <a:xfrm flipH="1">
              <a:off x="18409044" y="3235868"/>
              <a:ext cx="1078704" cy="25819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D435A63A-7D11-993A-CF43-ED9A7DE6B08B}"/>
                    </a:ext>
                  </a:extLst>
                </p:cNvPr>
                <p:cNvSpPr txBox="1"/>
                <p:nvPr/>
              </p:nvSpPr>
              <p:spPr>
                <a:xfrm>
                  <a:off x="25211714" y="5792883"/>
                  <a:ext cx="951863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44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D435A63A-7D11-993A-CF43-ED9A7DE6B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11714" y="5792883"/>
                  <a:ext cx="951863" cy="76944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120F0D80-B371-09F5-266A-FAC4643DFDB8}"/>
                </a:ext>
              </a:extLst>
            </p:cNvPr>
            <p:cNvCxnSpPr>
              <a:cxnSpLocks/>
              <a:endCxn id="292" idx="1"/>
            </p:cNvCxnSpPr>
            <p:nvPr/>
          </p:nvCxnSpPr>
          <p:spPr>
            <a:xfrm flipH="1" flipV="1">
              <a:off x="23669172" y="3245322"/>
              <a:ext cx="1755074" cy="25829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5496CDE0-1993-E8F2-1625-37C6C603C5CC}"/>
                </a:ext>
              </a:extLst>
            </p:cNvPr>
            <p:cNvCxnSpPr>
              <a:cxnSpLocks/>
              <a:stCxn id="306" idx="1"/>
            </p:cNvCxnSpPr>
            <p:nvPr/>
          </p:nvCxnSpPr>
          <p:spPr>
            <a:xfrm flipH="1">
              <a:off x="19998621" y="3237816"/>
              <a:ext cx="878916" cy="462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ECF5D035-ED3C-8709-32BB-733603A5A3FD}"/>
                    </a:ext>
                  </a:extLst>
                </p:cNvPr>
                <p:cNvSpPr txBox="1"/>
                <p:nvPr/>
              </p:nvSpPr>
              <p:spPr>
                <a:xfrm>
                  <a:off x="19885871" y="3496188"/>
                  <a:ext cx="67403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ECF5D035-ED3C-8709-32BB-733603A5A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5871" y="3496188"/>
                  <a:ext cx="674031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4EDA316D-F0C7-FBA2-82B7-605E4A3E8B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7748" y="2863333"/>
              <a:ext cx="1039344" cy="745070"/>
            </a:xfrm>
            <a:prstGeom prst="rect">
              <a:avLst/>
            </a:prstGeom>
          </p:spPr>
        </p:pic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E7117F54-41EE-01BB-F398-F00F81E90030}"/>
                </a:ext>
              </a:extLst>
            </p:cNvPr>
            <p:cNvSpPr/>
            <p:nvPr/>
          </p:nvSpPr>
          <p:spPr>
            <a:xfrm rot="5400000">
              <a:off x="18075200" y="1975570"/>
              <a:ext cx="7503577" cy="8414996"/>
            </a:xfrm>
            <a:prstGeom prst="rect">
              <a:avLst/>
            </a:prstGeom>
            <a:noFill/>
            <a:ln w="603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244415C7-0023-691E-E83F-3248CD2D658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3643" y="2672327"/>
              <a:ext cx="1444" cy="10937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7E6627FC-0C2F-9C13-AA7D-68A420622D2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504249" y="3475702"/>
              <a:ext cx="1624213" cy="11098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5BC7AB75-66F9-EADE-BD74-0305889158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367920" y="4654581"/>
              <a:ext cx="3939421" cy="10672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4BAC26E5-39F3-87BD-69F8-09227B9FCC1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637045" y="5375397"/>
              <a:ext cx="5391112" cy="1077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939D1722-FB00-4952-088D-BFA0C69DAA0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523614" y="3473801"/>
              <a:ext cx="1622770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B3BDBE9D-1FB9-0BC2-D253-6468D86F1DA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26989" y="4277175"/>
              <a:ext cx="1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EA30C62A-DF94-1F7A-9249-F355FB023E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180650" y="5446043"/>
              <a:ext cx="2315207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347FE49B-E092-386D-0B87-BE931ED20E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459786" y="6176870"/>
              <a:ext cx="3766898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533D97AC-0F76-FC57-4056-D2ECF79238C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348723" y="4659852"/>
              <a:ext cx="3946198" cy="111506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B101FF03-BCE2-1988-C635-1D6611CFF57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165275" y="5438889"/>
              <a:ext cx="2323429" cy="11310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8DEF7545-AD36-9AF2-CB51-CE44C51D7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2334143" y="6607757"/>
              <a:ext cx="8221" cy="11085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8C78298E-D512-4B71-A025-7F903191961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329604" y="8046687"/>
              <a:ext cx="27262" cy="10985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F50D270F-AB22-E6B1-4A4E-A6761681BF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621500" y="7338584"/>
              <a:ext cx="1443470" cy="109859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8B53552-1243-27BC-C2CB-79F8F846156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653796" y="5343617"/>
              <a:ext cx="5362406" cy="1115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44DBCD38-DA56-C22E-4DFA-4C52515ADBB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0457172" y="6146993"/>
              <a:ext cx="3739637" cy="11310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3E40F9A7-04EC-218C-1235-EC20F0ED534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1626040" y="7315861"/>
              <a:ext cx="1424429" cy="110855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02C53D41-E5BF-AD21-9D7C-233829994D59}"/>
                </a:ext>
              </a:extLst>
            </p:cNvPr>
            <p:cNvSpPr txBox="1"/>
            <p:nvPr/>
          </p:nvSpPr>
          <p:spPr>
            <a:xfrm>
              <a:off x="20189866" y="1517924"/>
              <a:ext cx="327846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前馈补偿器</a:t>
              </a:r>
            </a:p>
          </p:txBody>
        </p:sp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2919865B-547D-0017-45F8-6258A8BF64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80060" y="4494192"/>
              <a:ext cx="1039344" cy="745070"/>
            </a:xfrm>
            <a:prstGeom prst="rect">
              <a:avLst/>
            </a:prstGeom>
          </p:spPr>
        </p:pic>
        <p:pic>
          <p:nvPicPr>
            <p:cNvPr id="286" name="图片 285">
              <a:extLst>
                <a:ext uri="{FF2B5EF4-FFF2-40B4-BE49-F238E27FC236}">
                  <a16:creationId xmlns:a16="http://schemas.microsoft.com/office/drawing/2014/main" id="{FAB9C8C6-8056-511A-959C-40AEB15EB1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38216" y="6815358"/>
              <a:ext cx="1039345" cy="745070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8C5D0989-61A3-3E14-B1D8-6F664A8E3C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562151" y="8213498"/>
              <a:ext cx="1047819" cy="759174"/>
            </a:xfrm>
            <a:prstGeom prst="rect">
              <a:avLst/>
            </a:prstGeom>
          </p:spPr>
        </p:pic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5501ACB6-4A28-C61E-300E-A5A23ADF08FF}"/>
                </a:ext>
              </a:extLst>
            </p:cNvPr>
            <p:cNvGrpSpPr/>
            <p:nvPr/>
          </p:nvGrpSpPr>
          <p:grpSpPr>
            <a:xfrm>
              <a:off x="20877537" y="2903164"/>
              <a:ext cx="851277" cy="743798"/>
              <a:chOff x="6482708" y="4229599"/>
              <a:chExt cx="851277" cy="743798"/>
            </a:xfrm>
          </p:grpSpPr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E901A3EA-980D-E1FA-BF03-D4FFE94E0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8A241C3A-D16D-6218-CCD3-F7306ACDF94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7" name="文本框 306">
                    <a:extLst>
                      <a:ext uri="{FF2B5EF4-FFF2-40B4-BE49-F238E27FC236}">
                        <a16:creationId xmlns:a16="http://schemas.microsoft.com/office/drawing/2014/main" id="{8A241C3A-D16D-6218-CCD3-F7306ACDF9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2C310076-49C6-01E8-1295-21C42B443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2962410" y="4490248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E7DF358D-9240-E830-659B-CA84CA648EC2}"/>
                    </a:ext>
                  </a:extLst>
                </p:cNvPr>
                <p:cNvSpPr txBox="1"/>
                <p:nvPr/>
              </p:nvSpPr>
              <p:spPr>
                <a:xfrm flipH="1">
                  <a:off x="23271607" y="4726549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E7DF358D-9240-E830-659B-CA84CA648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71607" y="4726549"/>
                  <a:ext cx="540214" cy="52322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7963DD8F-5B62-DF9F-A784-D11CA1F580D6}"/>
                </a:ext>
              </a:extLst>
            </p:cNvPr>
            <p:cNvGrpSpPr/>
            <p:nvPr/>
          </p:nvGrpSpPr>
          <p:grpSpPr>
            <a:xfrm>
              <a:off x="20931177" y="6796741"/>
              <a:ext cx="851277" cy="743798"/>
              <a:chOff x="6482708" y="4229599"/>
              <a:chExt cx="851277" cy="743798"/>
            </a:xfrm>
          </p:grpSpPr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0A615623-57FC-3961-4EFD-4807A19F3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253F503-D06D-E279-2B73-81D2028D076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F253F503-D06D-E279-2B73-81D2028D0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2" name="图片 291">
              <a:extLst>
                <a:ext uri="{FF2B5EF4-FFF2-40B4-BE49-F238E27FC236}">
                  <a16:creationId xmlns:a16="http://schemas.microsoft.com/office/drawing/2014/main" id="{4B04360D-6FA4-96A2-1844-B612D4830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885383" y="2910671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88BB4CC0-90AB-2004-3208-03129894ADFC}"/>
                    </a:ext>
                  </a:extLst>
                </p:cNvPr>
                <p:cNvSpPr txBox="1"/>
                <p:nvPr/>
              </p:nvSpPr>
              <p:spPr>
                <a:xfrm flipH="1">
                  <a:off x="23238561" y="3140011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88BB4CC0-90AB-2004-3208-03129894A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38561" y="3140011"/>
                  <a:ext cx="540214" cy="52322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88241704-D56F-8D87-7FAB-84D35E456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914847" y="6828026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9593B530-366A-8484-1E5B-AEA14CB9340F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7033402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9593B530-366A-8484-1E5B-AEA14CB93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7033402"/>
                  <a:ext cx="540214" cy="52322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26F8B251-3AE5-F5DF-DD0E-E0F7244C7F1C}"/>
                </a:ext>
              </a:extLst>
            </p:cNvPr>
            <p:cNvGrpSpPr/>
            <p:nvPr/>
          </p:nvGrpSpPr>
          <p:grpSpPr>
            <a:xfrm>
              <a:off x="20905391" y="4525461"/>
              <a:ext cx="851277" cy="743798"/>
              <a:chOff x="6482708" y="4229599"/>
              <a:chExt cx="851277" cy="743798"/>
            </a:xfrm>
          </p:grpSpPr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D4E1EBC7-AF4C-C816-F4F6-6EC34D1BE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B9AE86A5-C745-B1EE-988F-B9B917E0E65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B9AE86A5-C745-B1EE-988F-B9B917E0E6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97" name="图片 296">
              <a:extLst>
                <a:ext uri="{FF2B5EF4-FFF2-40B4-BE49-F238E27FC236}">
                  <a16:creationId xmlns:a16="http://schemas.microsoft.com/office/drawing/2014/main" id="{6E844918-832E-5A46-292A-BA0EA0896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2923308" y="8180715"/>
              <a:ext cx="783789" cy="669303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CA842975-8E38-AA2B-C53E-C08B68097764}"/>
                    </a:ext>
                  </a:extLst>
                </p:cNvPr>
                <p:cNvSpPr txBox="1"/>
                <p:nvPr/>
              </p:nvSpPr>
              <p:spPr>
                <a:xfrm flipH="1">
                  <a:off x="23254618" y="8383638"/>
                  <a:ext cx="54021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CA842975-8E38-AA2B-C53E-C08B68097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254618" y="8383638"/>
                  <a:ext cx="540214" cy="52322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6A6FC4DD-51D1-3189-012E-B5EBC0F5D6DC}"/>
                </a:ext>
              </a:extLst>
            </p:cNvPr>
            <p:cNvGrpSpPr/>
            <p:nvPr/>
          </p:nvGrpSpPr>
          <p:grpSpPr>
            <a:xfrm>
              <a:off x="20982008" y="8219511"/>
              <a:ext cx="851277" cy="743798"/>
              <a:chOff x="6482708" y="4229599"/>
              <a:chExt cx="851277" cy="743798"/>
            </a:xfrm>
          </p:grpSpPr>
          <p:pic>
            <p:nvPicPr>
              <p:cNvPr id="300" name="图片 299">
                <a:extLst>
                  <a:ext uri="{FF2B5EF4-FFF2-40B4-BE49-F238E27FC236}">
                    <a16:creationId xmlns:a16="http://schemas.microsoft.com/office/drawing/2014/main" id="{A4A8924C-BC99-D310-1C03-B008EA5BA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10800000">
                <a:off x="6482708" y="4229599"/>
                <a:ext cx="783789" cy="66930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A4FEE0A4-08F7-56F6-76D9-6158B24D726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oMath>
                      </m:oMathPara>
                    </a14:m>
                    <a:endParaRPr lang="zh-CN" alt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1" name="文本框 300">
                    <a:extLst>
                      <a:ext uri="{FF2B5EF4-FFF2-40B4-BE49-F238E27FC236}">
                        <a16:creationId xmlns:a16="http://schemas.microsoft.com/office/drawing/2014/main" id="{A4FEE0A4-08F7-56F6-76D9-6158B24D72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793772" y="4450177"/>
                    <a:ext cx="540213" cy="52322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28" name="连接符: 肘形 327">
            <a:extLst>
              <a:ext uri="{FF2B5EF4-FFF2-40B4-BE49-F238E27FC236}">
                <a16:creationId xmlns:a16="http://schemas.microsoft.com/office/drawing/2014/main" id="{7B906022-6BBD-0C8D-514F-FEDD2DE51583}"/>
              </a:ext>
            </a:extLst>
          </p:cNvPr>
          <p:cNvCxnSpPr>
            <a:cxnSpLocks/>
          </p:cNvCxnSpPr>
          <p:nvPr/>
        </p:nvCxnSpPr>
        <p:spPr>
          <a:xfrm flipV="1">
            <a:off x="8008529" y="6151002"/>
            <a:ext cx="2362200" cy="1675711"/>
          </a:xfrm>
          <a:prstGeom prst="bentConnector3">
            <a:avLst>
              <a:gd name="adj1" fmla="val -323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连接符: 肘形 328">
            <a:extLst>
              <a:ext uri="{FF2B5EF4-FFF2-40B4-BE49-F238E27FC236}">
                <a16:creationId xmlns:a16="http://schemas.microsoft.com/office/drawing/2014/main" id="{B0406C0E-5AFC-0C14-C97B-C91B97313889}"/>
              </a:ext>
            </a:extLst>
          </p:cNvPr>
          <p:cNvCxnSpPr>
            <a:cxnSpLocks/>
          </p:cNvCxnSpPr>
          <p:nvPr/>
        </p:nvCxnSpPr>
        <p:spPr>
          <a:xfrm>
            <a:off x="8066559" y="12729916"/>
            <a:ext cx="9972965" cy="3232581"/>
          </a:xfrm>
          <a:prstGeom prst="bentConnector3">
            <a:avLst>
              <a:gd name="adj1" fmla="val -46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9780B789-04C3-B9DB-97F0-4DE2338A82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94237" y="12860893"/>
            <a:ext cx="4562694" cy="1522371"/>
          </a:xfrm>
          <a:prstGeom prst="bentConnector3">
            <a:avLst>
              <a:gd name="adj1" fmla="val -52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连接符: 肘形 330">
            <a:extLst>
              <a:ext uri="{FF2B5EF4-FFF2-40B4-BE49-F238E27FC236}">
                <a16:creationId xmlns:a16="http://schemas.microsoft.com/office/drawing/2014/main" id="{555FF943-1B55-E548-755C-739818E94762}"/>
              </a:ext>
            </a:extLst>
          </p:cNvPr>
          <p:cNvCxnSpPr>
            <a:cxnSpLocks/>
          </p:cNvCxnSpPr>
          <p:nvPr/>
        </p:nvCxnSpPr>
        <p:spPr>
          <a:xfrm>
            <a:off x="28753509" y="6054475"/>
            <a:ext cx="1425848" cy="3596331"/>
          </a:xfrm>
          <a:prstGeom prst="bentConnector2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流程图: 终止 331">
            <a:extLst>
              <a:ext uri="{FF2B5EF4-FFF2-40B4-BE49-F238E27FC236}">
                <a16:creationId xmlns:a16="http://schemas.microsoft.com/office/drawing/2014/main" id="{F05E94BC-B790-30B6-F2D9-647FE92B23F9}"/>
              </a:ext>
            </a:extLst>
          </p:cNvPr>
          <p:cNvSpPr/>
          <p:nvPr/>
        </p:nvSpPr>
        <p:spPr>
          <a:xfrm>
            <a:off x="28640387" y="9844645"/>
            <a:ext cx="3192766" cy="1247233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损失函数</a:t>
            </a: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537218F7-2035-2EF2-5D6C-56BE0563035C}"/>
              </a:ext>
            </a:extLst>
          </p:cNvPr>
          <p:cNvSpPr txBox="1"/>
          <p:nvPr/>
        </p:nvSpPr>
        <p:spPr>
          <a:xfrm>
            <a:off x="29438084" y="8611001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zh-CN" altLang="en-US" sz="3200" b="1" dirty="0"/>
          </a:p>
        </p:txBody>
      </p:sp>
      <p:cxnSp>
        <p:nvCxnSpPr>
          <p:cNvPr id="350" name="直接箭头连接符 349">
            <a:extLst>
              <a:ext uri="{FF2B5EF4-FFF2-40B4-BE49-F238E27FC236}">
                <a16:creationId xmlns:a16="http://schemas.microsoft.com/office/drawing/2014/main" id="{866FDDBB-8696-6FB6-5FFC-BFE8B182532F}"/>
              </a:ext>
            </a:extLst>
          </p:cNvPr>
          <p:cNvCxnSpPr>
            <a:cxnSpLocks/>
          </p:cNvCxnSpPr>
          <p:nvPr/>
        </p:nvCxnSpPr>
        <p:spPr>
          <a:xfrm>
            <a:off x="23389775" y="6143750"/>
            <a:ext cx="1513329" cy="21443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A67F8B52-68C0-03D9-325B-C751DFF18766}"/>
              </a:ext>
            </a:extLst>
          </p:cNvPr>
          <p:cNvGrpSpPr/>
          <p:nvPr/>
        </p:nvGrpSpPr>
        <p:grpSpPr>
          <a:xfrm>
            <a:off x="5522881" y="7816147"/>
            <a:ext cx="3199309" cy="4731658"/>
            <a:chOff x="3014831" y="2058919"/>
            <a:chExt cx="7169129" cy="2805193"/>
          </a:xfrm>
        </p:grpSpPr>
        <p:pic>
          <p:nvPicPr>
            <p:cNvPr id="352" name="图片 351">
              <a:extLst>
                <a:ext uri="{FF2B5EF4-FFF2-40B4-BE49-F238E27FC236}">
                  <a16:creationId xmlns:a16="http://schemas.microsoft.com/office/drawing/2014/main" id="{E0A9FD00-C2BA-DF63-E3AF-F8161E117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035293" y="2058919"/>
              <a:ext cx="7058439" cy="13980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3" name="图片 352">
              <a:extLst>
                <a:ext uri="{FF2B5EF4-FFF2-40B4-BE49-F238E27FC236}">
                  <a16:creationId xmlns:a16="http://schemas.microsoft.com/office/drawing/2014/main" id="{0BE85FBA-A30D-44B5-AE33-7DC011419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014831" y="3668304"/>
              <a:ext cx="7087182" cy="7040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4" name="图片 353">
              <a:extLst>
                <a:ext uri="{FF2B5EF4-FFF2-40B4-BE49-F238E27FC236}">
                  <a16:creationId xmlns:a16="http://schemas.microsoft.com/office/drawing/2014/main" id="{4E98487C-7CC2-FC98-9D84-3778FD860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062368" y="4578285"/>
              <a:ext cx="7121592" cy="285827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53BDFE63-4223-8B2B-7522-D3E073D09226}"/>
              </a:ext>
            </a:extLst>
          </p:cNvPr>
          <p:cNvCxnSpPr>
            <a:cxnSpLocks/>
          </p:cNvCxnSpPr>
          <p:nvPr/>
        </p:nvCxnSpPr>
        <p:spPr>
          <a:xfrm flipV="1">
            <a:off x="3759888" y="10468262"/>
            <a:ext cx="1413424" cy="1492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413792FF-BBA4-7A56-1F80-6B744D7E4B94}"/>
              </a:ext>
            </a:extLst>
          </p:cNvPr>
          <p:cNvGrpSpPr/>
          <p:nvPr/>
        </p:nvGrpSpPr>
        <p:grpSpPr>
          <a:xfrm>
            <a:off x="10798161" y="4691349"/>
            <a:ext cx="2505889" cy="3033871"/>
            <a:chOff x="17224561" y="34704425"/>
            <a:chExt cx="2505888" cy="3033870"/>
          </a:xfrm>
        </p:grpSpPr>
        <p:pic>
          <p:nvPicPr>
            <p:cNvPr id="375" name="图片 374">
              <a:extLst>
                <a:ext uri="{FF2B5EF4-FFF2-40B4-BE49-F238E27FC236}">
                  <a16:creationId xmlns:a16="http://schemas.microsoft.com/office/drawing/2014/main" id="{887F93D0-194E-A28D-4F49-3E737F01B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224561" y="34704425"/>
              <a:ext cx="2505888" cy="2347711"/>
            </a:xfrm>
            <a:prstGeom prst="rect">
              <a:avLst/>
            </a:prstGeom>
          </p:spPr>
        </p:pic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6B39AFA0-899F-F41A-DB99-67332658B33B}"/>
                </a:ext>
              </a:extLst>
            </p:cNvPr>
            <p:cNvSpPr txBox="1"/>
            <p:nvPr/>
          </p:nvSpPr>
          <p:spPr>
            <a:xfrm>
              <a:off x="17607462" y="37091964"/>
              <a:ext cx="12362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MET</a:t>
              </a:r>
              <a:endPara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0502E0D1-1288-3DEB-2DBF-47512C4E543E}"/>
              </a:ext>
            </a:extLst>
          </p:cNvPr>
          <p:cNvGrpSpPr/>
          <p:nvPr/>
        </p:nvGrpSpPr>
        <p:grpSpPr>
          <a:xfrm>
            <a:off x="25066196" y="12568634"/>
            <a:ext cx="3664861" cy="5010235"/>
            <a:chOff x="31049400" y="2720291"/>
            <a:chExt cx="4142278" cy="2201924"/>
          </a:xfrm>
        </p:grpSpPr>
        <p:pic>
          <p:nvPicPr>
            <p:cNvPr id="386" name="图片 385">
              <a:extLst>
                <a:ext uri="{FF2B5EF4-FFF2-40B4-BE49-F238E27FC236}">
                  <a16:creationId xmlns:a16="http://schemas.microsoft.com/office/drawing/2014/main" id="{67B23A3B-0E4B-0D73-5E5A-3E791AA0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1308" y="2720291"/>
              <a:ext cx="4120370" cy="10211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7" name="图片 386">
              <a:extLst>
                <a:ext uri="{FF2B5EF4-FFF2-40B4-BE49-F238E27FC236}">
                  <a16:creationId xmlns:a16="http://schemas.microsoft.com/office/drawing/2014/main" id="{70632BD2-18FF-7BF1-798B-341F0F6D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49400" y="3927857"/>
              <a:ext cx="4142276" cy="524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8" name="图片 387">
              <a:extLst>
                <a:ext uri="{FF2B5EF4-FFF2-40B4-BE49-F238E27FC236}">
                  <a16:creationId xmlns:a16="http://schemas.microsoft.com/office/drawing/2014/main" id="{64EE5120-D808-28BC-0820-C4E351860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071308" y="4635008"/>
              <a:ext cx="4101541" cy="28720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DC890A7C-DE77-E427-3114-9E009BB8E86B}"/>
              </a:ext>
            </a:extLst>
          </p:cNvPr>
          <p:cNvGrpSpPr/>
          <p:nvPr/>
        </p:nvGrpSpPr>
        <p:grpSpPr>
          <a:xfrm>
            <a:off x="18147411" y="15450823"/>
            <a:ext cx="3890809" cy="3563716"/>
            <a:chOff x="20135328" y="33489601"/>
            <a:chExt cx="3890808" cy="3563717"/>
          </a:xfrm>
        </p:grpSpPr>
        <p:sp>
          <p:nvSpPr>
            <p:cNvPr id="380" name="弧形 379">
              <a:extLst>
                <a:ext uri="{FF2B5EF4-FFF2-40B4-BE49-F238E27FC236}">
                  <a16:creationId xmlns:a16="http://schemas.microsoft.com/office/drawing/2014/main" id="{9BEC7F04-C85E-9B2A-141B-1D340D900BA1}"/>
                </a:ext>
              </a:extLst>
            </p:cNvPr>
            <p:cNvSpPr/>
            <p:nvPr/>
          </p:nvSpPr>
          <p:spPr>
            <a:xfrm rot="17901657">
              <a:off x="20145580" y="33643716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D08DFDFF-50D2-D8BC-9700-8A4C648BC243}"/>
                </a:ext>
              </a:extLst>
            </p:cNvPr>
            <p:cNvSpPr txBox="1"/>
            <p:nvPr/>
          </p:nvSpPr>
          <p:spPr>
            <a:xfrm>
              <a:off x="20135328" y="34649896"/>
              <a:ext cx="38908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3600" dirty="0"/>
                <a:t>目标系统频率响应</a:t>
              </a:r>
            </a:p>
          </p:txBody>
        </p:sp>
        <p:sp>
          <p:nvSpPr>
            <p:cNvPr id="390" name="弧形 389">
              <a:extLst>
                <a:ext uri="{FF2B5EF4-FFF2-40B4-BE49-F238E27FC236}">
                  <a16:creationId xmlns:a16="http://schemas.microsoft.com/office/drawing/2014/main" id="{6BD06F57-57F6-67A9-9BAA-0CD7B50369C7}"/>
                </a:ext>
              </a:extLst>
            </p:cNvPr>
            <p:cNvSpPr/>
            <p:nvPr/>
          </p:nvSpPr>
          <p:spPr>
            <a:xfrm rot="17901657">
              <a:off x="20199360" y="33643715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noFill/>
            <a:ln w="44450">
              <a:solidFill>
                <a:srgbClr val="101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391" name="弧形 390">
              <a:extLst>
                <a:ext uri="{FF2B5EF4-FFF2-40B4-BE49-F238E27FC236}">
                  <a16:creationId xmlns:a16="http://schemas.microsoft.com/office/drawing/2014/main" id="{A5AA6484-1251-3A43-6044-895EF01B5846}"/>
                </a:ext>
              </a:extLst>
            </p:cNvPr>
            <p:cNvSpPr/>
            <p:nvPr/>
          </p:nvSpPr>
          <p:spPr>
            <a:xfrm rot="17901657">
              <a:off x="20237147" y="33643441"/>
              <a:ext cx="3563442" cy="3255762"/>
            </a:xfrm>
            <a:prstGeom prst="arc">
              <a:avLst>
                <a:gd name="adj1" fmla="val 16200000"/>
                <a:gd name="adj2" fmla="val 1534214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EDA62217-2EC5-F9DF-9F8B-552FA060B75B}"/>
              </a:ext>
            </a:extLst>
          </p:cNvPr>
          <p:cNvGrpSpPr/>
          <p:nvPr/>
        </p:nvGrpSpPr>
        <p:grpSpPr>
          <a:xfrm>
            <a:off x="9635304" y="12405607"/>
            <a:ext cx="4354076" cy="4923957"/>
            <a:chOff x="12835941" y="28448567"/>
            <a:chExt cx="4354075" cy="4923957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4FDBD123-E2B0-9788-53B4-B47F34D57E08}"/>
                </a:ext>
              </a:extLst>
            </p:cNvPr>
            <p:cNvGrpSpPr/>
            <p:nvPr/>
          </p:nvGrpSpPr>
          <p:grpSpPr>
            <a:xfrm>
              <a:off x="13270460" y="28448567"/>
              <a:ext cx="3255762" cy="4923957"/>
              <a:chOff x="15557867" y="11812989"/>
              <a:chExt cx="4341438" cy="6869160"/>
            </a:xfrm>
          </p:grpSpPr>
          <p:sp>
            <p:nvSpPr>
              <p:cNvPr id="394" name="弧形 393">
                <a:extLst>
                  <a:ext uri="{FF2B5EF4-FFF2-40B4-BE49-F238E27FC236}">
                    <a16:creationId xmlns:a16="http://schemas.microsoft.com/office/drawing/2014/main" id="{BC131825-1132-F649-76B0-9DD4E8DF07C7}"/>
                  </a:ext>
                </a:extLst>
              </p:cNvPr>
              <p:cNvSpPr/>
              <p:nvPr/>
            </p:nvSpPr>
            <p:spPr>
              <a:xfrm rot="17901657">
                <a:off x="15242998" y="13285486"/>
                <a:ext cx="4971175" cy="4341438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/>
              </a:p>
            </p:txBody>
          </p:sp>
          <p:sp>
            <p:nvSpPr>
              <p:cNvPr id="395" name="弧形 394">
                <a:extLst>
                  <a:ext uri="{FF2B5EF4-FFF2-40B4-BE49-F238E27FC236}">
                    <a16:creationId xmlns:a16="http://schemas.microsoft.com/office/drawing/2014/main" id="{91FC1274-1819-4701-6F79-8EFEA9210430}"/>
                  </a:ext>
                </a:extLst>
              </p:cNvPr>
              <p:cNvSpPr/>
              <p:nvPr/>
            </p:nvSpPr>
            <p:spPr>
              <a:xfrm rot="17872389">
                <a:off x="14675140" y="13352182"/>
                <a:ext cx="5856786" cy="400761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/>
              </a:p>
            </p:txBody>
          </p:sp>
          <p:sp>
            <p:nvSpPr>
              <p:cNvPr id="396" name="弧形 395">
                <a:extLst>
                  <a:ext uri="{FF2B5EF4-FFF2-40B4-BE49-F238E27FC236}">
                    <a16:creationId xmlns:a16="http://schemas.microsoft.com/office/drawing/2014/main" id="{4011DDCC-3210-C0EC-D8D0-5B13C3450AF1}"/>
                  </a:ext>
                </a:extLst>
              </p:cNvPr>
              <p:cNvSpPr/>
              <p:nvPr/>
            </p:nvSpPr>
            <p:spPr>
              <a:xfrm rot="17872389">
                <a:off x="14052520" y="13380072"/>
                <a:ext cx="6869160" cy="3734993"/>
              </a:xfrm>
              <a:prstGeom prst="arc">
                <a:avLst>
                  <a:gd name="adj1" fmla="val 16200000"/>
                  <a:gd name="adj2" fmla="val 1534214"/>
                </a:avLst>
              </a:prstGeom>
              <a:ln w="444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>
                  <a:ln>
                    <a:solidFill>
                      <a:srgbClr val="FF0000"/>
                    </a:solidFill>
                  </a:ln>
                </a:endParaRPr>
              </a:p>
            </p:txBody>
          </p:sp>
        </p:grp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78418E8E-56C2-F2CD-C17B-192C0BADF888}"/>
                </a:ext>
              </a:extLst>
            </p:cNvPr>
            <p:cNvSpPr txBox="1"/>
            <p:nvPr/>
          </p:nvSpPr>
          <p:spPr>
            <a:xfrm>
              <a:off x="12835941" y="30596304"/>
              <a:ext cx="43540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变幅值下的频率响应</a:t>
              </a:r>
            </a:p>
          </p:txBody>
        </p:sp>
      </p:grp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0EA2F0AF-75EA-4C3B-83E9-D162CDD6C538}"/>
              </a:ext>
            </a:extLst>
          </p:cNvPr>
          <p:cNvCxnSpPr>
            <a:cxnSpLocks/>
          </p:cNvCxnSpPr>
          <p:nvPr/>
        </p:nvCxnSpPr>
        <p:spPr>
          <a:xfrm flipH="1" flipV="1">
            <a:off x="11845452" y="7939437"/>
            <a:ext cx="17528" cy="4311703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9E5B763F-25BF-4D8C-91C9-5424C700F682}"/>
              </a:ext>
            </a:extLst>
          </p:cNvPr>
          <p:cNvCxnSpPr>
            <a:cxnSpLocks/>
          </p:cNvCxnSpPr>
          <p:nvPr/>
        </p:nvCxnSpPr>
        <p:spPr>
          <a:xfrm>
            <a:off x="21673644" y="15935604"/>
            <a:ext cx="3115086" cy="0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F28086B3-2BE7-548D-1B7A-FC282941F964}"/>
              </a:ext>
            </a:extLst>
          </p:cNvPr>
          <p:cNvCxnSpPr>
            <a:cxnSpLocks/>
          </p:cNvCxnSpPr>
          <p:nvPr/>
        </p:nvCxnSpPr>
        <p:spPr>
          <a:xfrm flipV="1">
            <a:off x="13295259" y="6142777"/>
            <a:ext cx="2707304" cy="8225"/>
          </a:xfrm>
          <a:prstGeom prst="straightConnector1">
            <a:avLst/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24F420D6-E257-6F7F-5C7C-42A152B3325C}"/>
              </a:ext>
            </a:extLst>
          </p:cNvPr>
          <p:cNvGrpSpPr/>
          <p:nvPr/>
        </p:nvGrpSpPr>
        <p:grpSpPr>
          <a:xfrm>
            <a:off x="18627683" y="11213720"/>
            <a:ext cx="2950539" cy="1306495"/>
            <a:chOff x="20413228" y="29355104"/>
            <a:chExt cx="2390604" cy="737410"/>
          </a:xfrm>
        </p:grpSpPr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8EB848B1-8152-8F13-6C7E-CD7B1B9135DB}"/>
                </a:ext>
              </a:extLst>
            </p:cNvPr>
            <p:cNvSpPr/>
            <p:nvPr/>
          </p:nvSpPr>
          <p:spPr>
            <a:xfrm>
              <a:off x="20413228" y="29355104"/>
              <a:ext cx="2374182" cy="737410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01" name="任意多边形: 形状 400">
              <a:extLst>
                <a:ext uri="{FF2B5EF4-FFF2-40B4-BE49-F238E27FC236}">
                  <a16:creationId xmlns:a16="http://schemas.microsoft.com/office/drawing/2014/main" id="{88500C51-506A-0205-4E33-62BA50C30913}"/>
                </a:ext>
              </a:extLst>
            </p:cNvPr>
            <p:cNvSpPr/>
            <p:nvPr/>
          </p:nvSpPr>
          <p:spPr>
            <a:xfrm>
              <a:off x="20429650" y="29400189"/>
              <a:ext cx="2374182" cy="518476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2D2553EB-3D64-43F4-11E4-E5CA22F021FA}"/>
                </a:ext>
              </a:extLst>
            </p:cNvPr>
            <p:cNvSpPr/>
            <p:nvPr/>
          </p:nvSpPr>
          <p:spPr>
            <a:xfrm>
              <a:off x="20424000" y="29367535"/>
              <a:ext cx="2374182" cy="136212"/>
            </a:xfrm>
            <a:custGeom>
              <a:avLst/>
              <a:gdLst>
                <a:gd name="connsiteX0" fmla="*/ 0 w 5604387"/>
                <a:gd name="connsiteY0" fmla="*/ 37828 h 737410"/>
                <a:gd name="connsiteX1" fmla="*/ 2536722 w 5604387"/>
                <a:gd name="connsiteY1" fmla="*/ 67325 h 737410"/>
                <a:gd name="connsiteX2" fmla="*/ 3864077 w 5604387"/>
                <a:gd name="connsiteY2" fmla="*/ 657261 h 737410"/>
                <a:gd name="connsiteX3" fmla="*/ 5604387 w 5604387"/>
                <a:gd name="connsiteY3" fmla="*/ 716254 h 73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387" h="737410">
                  <a:moveTo>
                    <a:pt x="0" y="37828"/>
                  </a:moveTo>
                  <a:cubicBezTo>
                    <a:pt x="946354" y="957"/>
                    <a:pt x="1892709" y="-35914"/>
                    <a:pt x="2536722" y="67325"/>
                  </a:cubicBezTo>
                  <a:cubicBezTo>
                    <a:pt x="3180735" y="170564"/>
                    <a:pt x="3352800" y="549106"/>
                    <a:pt x="3864077" y="657261"/>
                  </a:cubicBezTo>
                  <a:cubicBezTo>
                    <a:pt x="4375355" y="765416"/>
                    <a:pt x="4989871" y="740835"/>
                    <a:pt x="5604387" y="716254"/>
                  </a:cubicBezTo>
                </a:path>
              </a:pathLst>
            </a:cu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1C9C0B95-B883-AF9D-9591-D192241D282B}"/>
              </a:ext>
            </a:extLst>
          </p:cNvPr>
          <p:cNvGrpSpPr/>
          <p:nvPr/>
        </p:nvGrpSpPr>
        <p:grpSpPr>
          <a:xfrm>
            <a:off x="12472672" y="3585233"/>
            <a:ext cx="8491130" cy="8858847"/>
            <a:chOff x="13458962" y="21406482"/>
            <a:chExt cx="11665521" cy="9504287"/>
          </a:xfrm>
        </p:grpSpPr>
        <p:sp>
          <p:nvSpPr>
            <p:cNvPr id="410" name="弧形 409">
              <a:extLst>
                <a:ext uri="{FF2B5EF4-FFF2-40B4-BE49-F238E27FC236}">
                  <a16:creationId xmlns:a16="http://schemas.microsoft.com/office/drawing/2014/main" id="{6A56245C-88D0-8D4C-6D07-AB27345C9D75}"/>
                </a:ext>
              </a:extLst>
            </p:cNvPr>
            <p:cNvSpPr/>
            <p:nvPr/>
          </p:nvSpPr>
          <p:spPr>
            <a:xfrm rot="21360324" flipH="1">
              <a:off x="16270439" y="21406482"/>
              <a:ext cx="8854044" cy="9000182"/>
            </a:xfrm>
            <a:prstGeom prst="arc">
              <a:avLst>
                <a:gd name="adj1" fmla="val 16542179"/>
                <a:gd name="adj2" fmla="val 6467911"/>
              </a:avLst>
            </a:prstGeom>
            <a:ln w="25400">
              <a:solidFill>
                <a:schemeClr val="accent2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11" name="弧形 410">
              <a:extLst>
                <a:ext uri="{FF2B5EF4-FFF2-40B4-BE49-F238E27FC236}">
                  <a16:creationId xmlns:a16="http://schemas.microsoft.com/office/drawing/2014/main" id="{1CC98EFC-89F3-FC62-129B-39CA3BC685A6}"/>
                </a:ext>
              </a:extLst>
            </p:cNvPr>
            <p:cNvSpPr/>
            <p:nvPr/>
          </p:nvSpPr>
          <p:spPr>
            <a:xfrm rot="21360324" flipH="1">
              <a:off x="16149691" y="23120069"/>
              <a:ext cx="8665341" cy="7550358"/>
            </a:xfrm>
            <a:prstGeom prst="arc">
              <a:avLst>
                <a:gd name="adj1" fmla="val 16554141"/>
                <a:gd name="adj2" fmla="val 7336198"/>
              </a:avLst>
            </a:prstGeom>
            <a:ln w="25400">
              <a:solidFill>
                <a:schemeClr val="accent1"/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n>
                  <a:solidFill>
                    <a:srgbClr val="2E75B6"/>
                  </a:solidFill>
                </a:ln>
              </a:endParaRPr>
            </a:p>
          </p:txBody>
        </p:sp>
        <p:sp>
          <p:nvSpPr>
            <p:cNvPr id="412" name="弧形 411">
              <a:extLst>
                <a:ext uri="{FF2B5EF4-FFF2-40B4-BE49-F238E27FC236}">
                  <a16:creationId xmlns:a16="http://schemas.microsoft.com/office/drawing/2014/main" id="{DC828EA5-D44A-99AD-DE93-34FFDC704009}"/>
                </a:ext>
              </a:extLst>
            </p:cNvPr>
            <p:cNvSpPr/>
            <p:nvPr/>
          </p:nvSpPr>
          <p:spPr>
            <a:xfrm rot="21360324" flipH="1">
              <a:off x="16004433" y="25506331"/>
              <a:ext cx="8782499" cy="5404438"/>
            </a:xfrm>
            <a:prstGeom prst="arc">
              <a:avLst>
                <a:gd name="adj1" fmla="val 16532118"/>
                <a:gd name="adj2" fmla="val 8535788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413" name="文本框 412">
              <a:extLst>
                <a:ext uri="{FF2B5EF4-FFF2-40B4-BE49-F238E27FC236}">
                  <a16:creationId xmlns:a16="http://schemas.microsoft.com/office/drawing/2014/main" id="{7B78F7CB-121B-9436-A5A3-EEE14B22A889}"/>
                </a:ext>
              </a:extLst>
            </p:cNvPr>
            <p:cNvSpPr txBox="1"/>
            <p:nvPr/>
          </p:nvSpPr>
          <p:spPr>
            <a:xfrm>
              <a:off x="13458962" y="29202454"/>
              <a:ext cx="6618298" cy="69342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2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3600" dirty="0">
                  <a:solidFill>
                    <a:srgbClr val="FD7F7F"/>
                  </a:solidFill>
                </a:rPr>
                <a:t>频率响应“切片”注入</a:t>
              </a:r>
            </a:p>
          </p:txBody>
        </p:sp>
      </p:grpSp>
      <p:sp>
        <p:nvSpPr>
          <p:cNvPr id="426" name="文本框 425">
            <a:extLst>
              <a:ext uri="{FF2B5EF4-FFF2-40B4-BE49-F238E27FC236}">
                <a16:creationId xmlns:a16="http://schemas.microsoft.com/office/drawing/2014/main" id="{301A09CB-8AC0-1C11-A1C3-06B01D49EE1A}"/>
              </a:ext>
            </a:extLst>
          </p:cNvPr>
          <p:cNvSpPr txBox="1"/>
          <p:nvPr/>
        </p:nvSpPr>
        <p:spPr>
          <a:xfrm>
            <a:off x="18548813" y="12783856"/>
            <a:ext cx="2964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3600" dirty="0"/>
              <a:t>相对频率响应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3099E02F-B908-05BD-7BE6-29D4284ABF8D}"/>
                  </a:ext>
                </a:extLst>
              </p:cNvPr>
              <p:cNvSpPr txBox="1"/>
              <p:nvPr/>
            </p:nvSpPr>
            <p:spPr>
              <a:xfrm>
                <a:off x="10949500" y="13584737"/>
                <a:ext cx="1866389" cy="766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𝒐𝒓𝒊𝒈𝒊𝒏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3099E02F-B908-05BD-7BE6-29D4284A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9500" y="13584737"/>
                <a:ext cx="1866389" cy="76623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470C077D-BDFE-8A77-0906-E191DB3842BA}"/>
                  </a:ext>
                </a:extLst>
              </p:cNvPr>
              <p:cNvSpPr txBox="1"/>
              <p:nvPr/>
            </p:nvSpPr>
            <p:spPr>
              <a:xfrm>
                <a:off x="19004627" y="15792125"/>
                <a:ext cx="1766289" cy="766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𝒕𝒂𝒓𝒈𝒆𝒕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470C077D-BDFE-8A77-0906-E191DB384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627" y="15792125"/>
                <a:ext cx="1766289" cy="76623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5C24BC3-05E8-7F62-D6BD-4988DFB9AF4C}"/>
                  </a:ext>
                </a:extLst>
              </p:cNvPr>
              <p:cNvSpPr txBox="1"/>
              <p:nvPr/>
            </p:nvSpPr>
            <p:spPr>
              <a:xfrm>
                <a:off x="18719955" y="12012939"/>
                <a:ext cx="1444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𝒆𝒍𝒂𝒕𝒊𝒗𝒆</m:t>
                          </m:r>
                        </m:sub>
                      </m:sSub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A5C24BC3-05E8-7F62-D6BD-4988DFB9A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955" y="12012939"/>
                <a:ext cx="1444000" cy="707886"/>
              </a:xfrm>
              <a:prstGeom prst="rect">
                <a:avLst/>
              </a:prstGeom>
              <a:blipFill>
                <a:blip r:embed="rId44"/>
                <a:stretch>
                  <a:fillRect r="-34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C941EBB2-E228-2D3E-6557-F60A6659003B}"/>
                  </a:ext>
                </a:extLst>
              </p:cNvPr>
              <p:cNvSpPr txBox="1"/>
              <p:nvPr/>
            </p:nvSpPr>
            <p:spPr>
              <a:xfrm>
                <a:off x="14403351" y="12984483"/>
                <a:ext cx="3173982" cy="1453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𝒕𝒂𝒓𝒈𝒆𝒕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𝒐𝒓𝒊𝒈𝒊𝒏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5" name="文本框 434">
                <a:extLst>
                  <a:ext uri="{FF2B5EF4-FFF2-40B4-BE49-F238E27FC236}">
                    <a16:creationId xmlns:a16="http://schemas.microsoft.com/office/drawing/2014/main" id="{C941EBB2-E228-2D3E-6557-F60A66590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3351" y="12984483"/>
                <a:ext cx="3173982" cy="145379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9" name="文本框 438">
            <a:extLst>
              <a:ext uri="{FF2B5EF4-FFF2-40B4-BE49-F238E27FC236}">
                <a16:creationId xmlns:a16="http://schemas.microsoft.com/office/drawing/2014/main" id="{B8FDED10-FBCB-D61D-0A65-7992F2B3F92C}"/>
              </a:ext>
            </a:extLst>
          </p:cNvPr>
          <p:cNvSpPr txBox="1"/>
          <p:nvPr/>
        </p:nvSpPr>
        <p:spPr>
          <a:xfrm>
            <a:off x="25657495" y="9508101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反向传播</a:t>
            </a:r>
          </a:p>
        </p:txBody>
      </p:sp>
      <p:cxnSp>
        <p:nvCxnSpPr>
          <p:cNvPr id="444" name="直接箭头连接符 443">
            <a:extLst>
              <a:ext uri="{FF2B5EF4-FFF2-40B4-BE49-F238E27FC236}">
                <a16:creationId xmlns:a16="http://schemas.microsoft.com/office/drawing/2014/main" id="{15BB4D60-E21A-F504-B452-4891A816DCD5}"/>
              </a:ext>
            </a:extLst>
          </p:cNvPr>
          <p:cNvCxnSpPr>
            <a:cxnSpLocks/>
          </p:cNvCxnSpPr>
          <p:nvPr/>
        </p:nvCxnSpPr>
        <p:spPr>
          <a:xfrm flipH="1">
            <a:off x="17174185" y="12806088"/>
            <a:ext cx="1057286" cy="621336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流程图: 终止 454">
            <a:extLst>
              <a:ext uri="{FF2B5EF4-FFF2-40B4-BE49-F238E27FC236}">
                <a16:creationId xmlns:a16="http://schemas.microsoft.com/office/drawing/2014/main" id="{8DA2F08D-412A-CA2D-9D6E-F73A0E147C31}"/>
              </a:ext>
            </a:extLst>
          </p:cNvPr>
          <p:cNvSpPr/>
          <p:nvPr/>
        </p:nvSpPr>
        <p:spPr>
          <a:xfrm>
            <a:off x="14780635" y="12983389"/>
            <a:ext cx="2259999" cy="1436129"/>
          </a:xfrm>
          <a:prstGeom prst="flowChartTerminator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9E24EB5-1B88-17AA-B121-388E322DF233}"/>
              </a:ext>
            </a:extLst>
          </p:cNvPr>
          <p:cNvCxnSpPr>
            <a:cxnSpLocks/>
          </p:cNvCxnSpPr>
          <p:nvPr/>
        </p:nvCxnSpPr>
        <p:spPr>
          <a:xfrm flipH="1" flipV="1">
            <a:off x="4244717" y="7939437"/>
            <a:ext cx="1243048" cy="48119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84DF0CE-EA54-A12A-20F1-E0FE7A9DDC08}"/>
              </a:ext>
            </a:extLst>
          </p:cNvPr>
          <p:cNvSpPr txBox="1"/>
          <p:nvPr/>
        </p:nvSpPr>
        <p:spPr>
          <a:xfrm>
            <a:off x="1302075" y="6924696"/>
            <a:ext cx="3890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3600" dirty="0"/>
              <a:t>变幅值多频正弦波</a:t>
            </a:r>
          </a:p>
        </p:txBody>
      </p:sp>
      <p:cxnSp>
        <p:nvCxnSpPr>
          <p:cNvPr id="483" name="直接箭头连接符 482">
            <a:extLst>
              <a:ext uri="{FF2B5EF4-FFF2-40B4-BE49-F238E27FC236}">
                <a16:creationId xmlns:a16="http://schemas.microsoft.com/office/drawing/2014/main" id="{DB3314BA-ED75-DE85-CD3E-C3268B4CE3E9}"/>
              </a:ext>
            </a:extLst>
          </p:cNvPr>
          <p:cNvCxnSpPr>
            <a:cxnSpLocks/>
          </p:cNvCxnSpPr>
          <p:nvPr/>
        </p:nvCxnSpPr>
        <p:spPr>
          <a:xfrm flipH="1">
            <a:off x="13424004" y="13700034"/>
            <a:ext cx="1321227" cy="1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32993287-CC11-AE1C-ED65-17A77490AF28}"/>
              </a:ext>
            </a:extLst>
          </p:cNvPr>
          <p:cNvCxnSpPr>
            <a:cxnSpLocks/>
          </p:cNvCxnSpPr>
          <p:nvPr/>
        </p:nvCxnSpPr>
        <p:spPr>
          <a:xfrm>
            <a:off x="17165378" y="14350972"/>
            <a:ext cx="1031908" cy="666168"/>
          </a:xfrm>
          <a:prstGeom prst="straightConnector1">
            <a:avLst/>
          </a:prstGeom>
          <a:ln w="57150">
            <a:solidFill>
              <a:srgbClr val="0000FF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74FA199C-6A21-44DD-841E-9DF851AE8B56}"/>
              </a:ext>
            </a:extLst>
          </p:cNvPr>
          <p:cNvCxnSpPr>
            <a:cxnSpLocks/>
          </p:cNvCxnSpPr>
          <p:nvPr/>
        </p:nvCxnSpPr>
        <p:spPr>
          <a:xfrm flipV="1">
            <a:off x="29622815" y="6052450"/>
            <a:ext cx="3098196" cy="1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E7D75229-FDBF-403B-A6F1-32F86D5DFFE4}"/>
              </a:ext>
            </a:extLst>
          </p:cNvPr>
          <p:cNvSpPr txBox="1"/>
          <p:nvPr/>
        </p:nvSpPr>
        <p:spPr>
          <a:xfrm>
            <a:off x="21270377" y="9477539"/>
            <a:ext cx="28685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FRIKAN </a:t>
            </a:r>
            <a:endParaRPr lang="zh-CN" altLang="en-US" sz="4400" dirty="0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B86AE96-E4DB-4604-B6D0-8202215AACE4}"/>
              </a:ext>
            </a:extLst>
          </p:cNvPr>
          <p:cNvGrpSpPr/>
          <p:nvPr/>
        </p:nvGrpSpPr>
        <p:grpSpPr>
          <a:xfrm>
            <a:off x="18486024" y="10860005"/>
            <a:ext cx="3460337" cy="2130293"/>
            <a:chOff x="18486024" y="10860005"/>
            <a:chExt cx="3460337" cy="2130293"/>
          </a:xfrm>
        </p:grpSpPr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D7ADCBB0-2CBA-4F36-8FD1-78418610AFE5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D8D57B71-6E36-4555-B7C6-FE254B40A7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箭头连接符 307">
                <a:extLst>
                  <a:ext uri="{FF2B5EF4-FFF2-40B4-BE49-F238E27FC236}">
                    <a16:creationId xmlns:a16="http://schemas.microsoft.com/office/drawing/2014/main" id="{84C9BFCE-097F-45AF-B748-F7114BC555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56714566-93D0-40A5-A355-4DEE06B47C12}"/>
                    </a:ext>
                  </a:extLst>
                </p:cNvPr>
                <p:cNvSpPr txBox="1"/>
                <p:nvPr/>
              </p:nvSpPr>
              <p:spPr>
                <a:xfrm>
                  <a:off x="21748375" y="12343967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56714566-93D0-40A5-A355-4DEE06B47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8375" y="12343967"/>
                  <a:ext cx="197986" cy="646331"/>
                </a:xfrm>
                <a:prstGeom prst="rect">
                  <a:avLst/>
                </a:prstGeom>
                <a:blipFill>
                  <a:blip r:embed="rId46"/>
                  <a:stretch>
                    <a:fillRect r="-7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2FFD34A9-9468-4A4F-9C54-D4C3812FA4EC}"/>
              </a:ext>
            </a:extLst>
          </p:cNvPr>
          <p:cNvGrpSpPr/>
          <p:nvPr/>
        </p:nvGrpSpPr>
        <p:grpSpPr>
          <a:xfrm>
            <a:off x="18350382" y="14657918"/>
            <a:ext cx="3548447" cy="2129217"/>
            <a:chOff x="18486024" y="10860005"/>
            <a:chExt cx="3548447" cy="2129217"/>
          </a:xfrm>
        </p:grpSpPr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B5D068A8-859C-48B1-B1DA-8D5B5EDA600D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319" name="直接箭头连接符 318">
                <a:extLst>
                  <a:ext uri="{FF2B5EF4-FFF2-40B4-BE49-F238E27FC236}">
                    <a16:creationId xmlns:a16="http://schemas.microsoft.com/office/drawing/2014/main" id="{D92C444E-24CD-4AD6-85FD-D8C16C568A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箭头连接符 321">
                <a:extLst>
                  <a:ext uri="{FF2B5EF4-FFF2-40B4-BE49-F238E27FC236}">
                    <a16:creationId xmlns:a16="http://schemas.microsoft.com/office/drawing/2014/main" id="{80A07805-2333-4F1E-B55B-F173224EE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F324EDE9-CA0C-4C79-8366-69B1F22446A6}"/>
                    </a:ext>
                  </a:extLst>
                </p:cNvPr>
                <p:cNvSpPr txBox="1"/>
                <p:nvPr/>
              </p:nvSpPr>
              <p:spPr>
                <a:xfrm>
                  <a:off x="21836485" y="12342891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F324EDE9-CA0C-4C79-8366-69B1F2244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6485" y="12342891"/>
                  <a:ext cx="197986" cy="646331"/>
                </a:xfrm>
                <a:prstGeom prst="rect">
                  <a:avLst/>
                </a:prstGeom>
                <a:blipFill>
                  <a:blip r:embed="rId47"/>
                  <a:stretch>
                    <a:fillRect r="-7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76A70D57-8A41-4D24-82E0-969EEC703815}"/>
              </a:ext>
            </a:extLst>
          </p:cNvPr>
          <p:cNvGrpSpPr/>
          <p:nvPr/>
        </p:nvGrpSpPr>
        <p:grpSpPr>
          <a:xfrm>
            <a:off x="10194395" y="12489454"/>
            <a:ext cx="3417371" cy="2141211"/>
            <a:chOff x="18486024" y="10860005"/>
            <a:chExt cx="3417371" cy="2141211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8A00D192-3511-4E64-B3F3-A61112334D64}"/>
                </a:ext>
              </a:extLst>
            </p:cNvPr>
            <p:cNvGrpSpPr/>
            <p:nvPr/>
          </p:nvGrpSpPr>
          <p:grpSpPr>
            <a:xfrm>
              <a:off x="18486024" y="10860005"/>
              <a:ext cx="3256006" cy="1953200"/>
              <a:chOff x="10169861" y="12503851"/>
              <a:chExt cx="3256006" cy="1953200"/>
            </a:xfrm>
          </p:grpSpPr>
          <p:cxnSp>
            <p:nvCxnSpPr>
              <p:cNvPr id="326" name="直接箭头连接符 325">
                <a:extLst>
                  <a:ext uri="{FF2B5EF4-FFF2-40B4-BE49-F238E27FC236}">
                    <a16:creationId xmlns:a16="http://schemas.microsoft.com/office/drawing/2014/main" id="{E521705D-093C-40F3-AB96-03364D5579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69861" y="14423600"/>
                <a:ext cx="3256006" cy="432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箭头连接符 326">
                <a:extLst>
                  <a:ext uri="{FF2B5EF4-FFF2-40B4-BE49-F238E27FC236}">
                    <a16:creationId xmlns:a16="http://schemas.microsoft.com/office/drawing/2014/main" id="{01B9661B-DFBC-4452-94FC-56A89C96B8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861" y="12503851"/>
                <a:ext cx="1" cy="195320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C8935FF9-C5A0-44DF-BD31-D926ED698887}"/>
                    </a:ext>
                  </a:extLst>
                </p:cNvPr>
                <p:cNvSpPr txBox="1"/>
                <p:nvPr/>
              </p:nvSpPr>
              <p:spPr>
                <a:xfrm>
                  <a:off x="21705409" y="12354885"/>
                  <a:ext cx="197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C8935FF9-C5A0-44DF-BD31-D926ED698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5409" y="12354885"/>
                  <a:ext cx="197986" cy="646331"/>
                </a:xfrm>
                <a:prstGeom prst="rect">
                  <a:avLst/>
                </a:prstGeom>
                <a:blipFill>
                  <a:blip r:embed="rId48"/>
                  <a:stretch>
                    <a:fillRect r="-696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3" name="文本框 332">
            <a:extLst>
              <a:ext uri="{FF2B5EF4-FFF2-40B4-BE49-F238E27FC236}">
                <a16:creationId xmlns:a16="http://schemas.microsoft.com/office/drawing/2014/main" id="{A92F1098-F867-46C9-841D-7917A911082F}"/>
              </a:ext>
            </a:extLst>
          </p:cNvPr>
          <p:cNvSpPr txBox="1"/>
          <p:nvPr/>
        </p:nvSpPr>
        <p:spPr>
          <a:xfrm>
            <a:off x="33318284" y="5670984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输出信号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95DA25AD-FDDA-46E1-87B7-FB441640C2B0}"/>
              </a:ext>
            </a:extLst>
          </p:cNvPr>
          <p:cNvSpPr/>
          <p:nvPr/>
        </p:nvSpPr>
        <p:spPr>
          <a:xfrm rot="5400000">
            <a:off x="30075858" y="5958532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F6652485-F891-40C0-89E6-1DAFAEFF3476}"/>
              </a:ext>
            </a:extLst>
          </p:cNvPr>
          <p:cNvSpPr/>
          <p:nvPr/>
        </p:nvSpPr>
        <p:spPr>
          <a:xfrm rot="5400000">
            <a:off x="16105180" y="6053747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00D1580C-9B17-4360-AEF6-1814A2BD47CC}"/>
              </a:ext>
            </a:extLst>
          </p:cNvPr>
          <p:cNvSpPr/>
          <p:nvPr/>
        </p:nvSpPr>
        <p:spPr>
          <a:xfrm rot="5400000">
            <a:off x="23224306" y="6050654"/>
            <a:ext cx="192470" cy="1924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F328156-08A4-41F7-9506-10B883A24913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3446374" y="3006069"/>
            <a:ext cx="3125562" cy="684776"/>
          </a:xfrm>
          <a:prstGeom prst="rect">
            <a:avLst/>
          </a:prstGeom>
        </p:spPr>
      </p:pic>
      <p:cxnSp>
        <p:nvCxnSpPr>
          <p:cNvPr id="204" name="连接符: 肘形 203">
            <a:extLst>
              <a:ext uri="{FF2B5EF4-FFF2-40B4-BE49-F238E27FC236}">
                <a16:creationId xmlns:a16="http://schemas.microsoft.com/office/drawing/2014/main" id="{DDA2B0FD-6E67-4095-860F-99BC2257BE27}"/>
              </a:ext>
            </a:extLst>
          </p:cNvPr>
          <p:cNvCxnSpPr>
            <a:cxnSpLocks/>
          </p:cNvCxnSpPr>
          <p:nvPr/>
        </p:nvCxnSpPr>
        <p:spPr>
          <a:xfrm>
            <a:off x="3824139" y="15316317"/>
            <a:ext cx="1272762" cy="1619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F47BDA82-27B6-4D0E-AF35-670E0ADDF2A3}"/>
              </a:ext>
            </a:extLst>
          </p:cNvPr>
          <p:cNvSpPr txBox="1"/>
          <p:nvPr/>
        </p:nvSpPr>
        <p:spPr>
          <a:xfrm>
            <a:off x="2204001" y="14949081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BD64F9-E07D-41B2-ADF8-A7521F7F7394}"/>
              </a:ext>
            </a:extLst>
          </p:cNvPr>
          <p:cNvSpPr/>
          <p:nvPr/>
        </p:nvSpPr>
        <p:spPr>
          <a:xfrm>
            <a:off x="1481609" y="14881690"/>
            <a:ext cx="4096602" cy="17294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91251333-493C-4D97-ACB9-542CB0423A11}"/>
              </a:ext>
            </a:extLst>
          </p:cNvPr>
          <p:cNvSpPr txBox="1"/>
          <p:nvPr/>
        </p:nvSpPr>
        <p:spPr>
          <a:xfrm>
            <a:off x="2003637" y="15761796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1" name="连接符: 肘形 210">
            <a:extLst>
              <a:ext uri="{FF2B5EF4-FFF2-40B4-BE49-F238E27FC236}">
                <a16:creationId xmlns:a16="http://schemas.microsoft.com/office/drawing/2014/main" id="{DAF267EB-C54A-4550-AC94-ADE5CF4647B3}"/>
              </a:ext>
            </a:extLst>
          </p:cNvPr>
          <p:cNvCxnSpPr>
            <a:cxnSpLocks/>
          </p:cNvCxnSpPr>
          <p:nvPr/>
        </p:nvCxnSpPr>
        <p:spPr>
          <a:xfrm flipV="1">
            <a:off x="3824327" y="16168050"/>
            <a:ext cx="1272574" cy="6635"/>
          </a:xfrm>
          <a:prstGeom prst="bentConnector3">
            <a:avLst>
              <a:gd name="adj1" fmla="val 50000"/>
            </a:avLst>
          </a:prstGeom>
          <a:ln w="60325">
            <a:solidFill>
              <a:srgbClr val="7030A0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299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11BDC4-6D16-4780-BB38-D430D8612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8900" y="-1"/>
            <a:ext cx="20342161" cy="180006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6EBB6C9-D43D-4208-AF21-6BCEEE02740C}"/>
              </a:ext>
            </a:extLst>
          </p:cNvPr>
          <p:cNvSpPr txBox="1"/>
          <p:nvPr/>
        </p:nvSpPr>
        <p:spPr>
          <a:xfrm>
            <a:off x="9214339" y="5955322"/>
            <a:ext cx="6775937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/>
              <a:t>振动测试台激功放和采集控制系统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3B4C77-EE62-4C2F-8678-E144166C95B6}"/>
              </a:ext>
            </a:extLst>
          </p:cNvPr>
          <p:cNvSpPr txBox="1"/>
          <p:nvPr/>
        </p:nvSpPr>
        <p:spPr>
          <a:xfrm>
            <a:off x="17075955" y="8707977"/>
            <a:ext cx="3011347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/>
              <a:t>振动测试台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FF66A9-2AF5-4127-84CB-A2D26A4E0066}"/>
              </a:ext>
            </a:extLst>
          </p:cNvPr>
          <p:cNvSpPr txBox="1"/>
          <p:nvPr/>
        </p:nvSpPr>
        <p:spPr>
          <a:xfrm>
            <a:off x="13282247" y="2919045"/>
            <a:ext cx="2262554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PC</a:t>
            </a:r>
            <a:endParaRPr lang="zh-CN" altLang="en-US" sz="6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7C72E-8471-4DE7-916A-7F26CA72CBF6}"/>
              </a:ext>
            </a:extLst>
          </p:cNvPr>
          <p:cNvSpPr txBox="1"/>
          <p:nvPr/>
        </p:nvSpPr>
        <p:spPr>
          <a:xfrm>
            <a:off x="23693527" y="980053"/>
            <a:ext cx="4160503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MET</a:t>
            </a:r>
            <a:r>
              <a:rPr lang="zh-CN" altLang="en-US" sz="6000" b="1" dirty="0"/>
              <a:t>被测传感器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5FD57B-8A21-479F-B9C3-B61BBADDB2A9}"/>
              </a:ext>
            </a:extLst>
          </p:cNvPr>
          <p:cNvSpPr txBox="1"/>
          <p:nvPr/>
        </p:nvSpPr>
        <p:spPr>
          <a:xfrm>
            <a:off x="16346708" y="13740958"/>
            <a:ext cx="4469842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/>
              <a:t>参考压电传感器驱动器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099912-D85A-4033-BF4B-9323FE23479F}"/>
              </a:ext>
            </a:extLst>
          </p:cNvPr>
          <p:cNvSpPr txBox="1"/>
          <p:nvPr/>
        </p:nvSpPr>
        <p:spPr>
          <a:xfrm>
            <a:off x="22267872" y="16800682"/>
            <a:ext cx="5844066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/>
              <a:t>参考压电传感器</a:t>
            </a:r>
          </a:p>
        </p:txBody>
      </p:sp>
    </p:spTree>
    <p:extLst>
      <p:ext uri="{BB962C8B-B14F-4D97-AF65-F5344CB8AC3E}">
        <p14:creationId xmlns:p14="http://schemas.microsoft.com/office/powerpoint/2010/main" val="1118428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11BDC4-6D16-4780-BB38-D430D8612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8900" y="0"/>
            <a:ext cx="20342161" cy="180006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6EBB6C9-D43D-4208-AF21-6BCEEE02740C}"/>
              </a:ext>
            </a:extLst>
          </p:cNvPr>
          <p:cNvSpPr txBox="1"/>
          <p:nvPr/>
        </p:nvSpPr>
        <p:spPr>
          <a:xfrm>
            <a:off x="4344516" y="4232207"/>
            <a:ext cx="12002192" cy="3139321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Amplifier and Data Acquisition Control System for Vibration Table 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3B4C77-EE62-4C2F-8678-E144166C95B6}"/>
              </a:ext>
            </a:extLst>
          </p:cNvPr>
          <p:cNvSpPr txBox="1"/>
          <p:nvPr/>
        </p:nvSpPr>
        <p:spPr>
          <a:xfrm>
            <a:off x="17029682" y="8632091"/>
            <a:ext cx="3740595" cy="2123658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Table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FF66A9-2AF5-4127-84CB-A2D26A4E0066}"/>
              </a:ext>
            </a:extLst>
          </p:cNvPr>
          <p:cNvSpPr txBox="1"/>
          <p:nvPr/>
        </p:nvSpPr>
        <p:spPr>
          <a:xfrm>
            <a:off x="11443607" y="1807748"/>
            <a:ext cx="2262554" cy="1107996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7C72E-8471-4DE7-916A-7F26CA72CBF6}"/>
              </a:ext>
            </a:extLst>
          </p:cNvPr>
          <p:cNvSpPr txBox="1"/>
          <p:nvPr/>
        </p:nvSpPr>
        <p:spPr>
          <a:xfrm>
            <a:off x="26875370" y="733975"/>
            <a:ext cx="10292120" cy="3139321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 Sensor</a:t>
            </a:r>
          </a:p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MTSS-1001</a:t>
            </a:r>
          </a:p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(Without Force Feedback)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5FD57B-8A21-479F-B9C3-B61BBADDB2A9}"/>
              </a:ext>
            </a:extLst>
          </p:cNvPr>
          <p:cNvSpPr txBox="1"/>
          <p:nvPr/>
        </p:nvSpPr>
        <p:spPr>
          <a:xfrm>
            <a:off x="16431110" y="12592964"/>
            <a:ext cx="5008958" cy="4154984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 for Reference Piezoelectric Sensor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099912-D85A-4033-BF4B-9323FE23479F}"/>
              </a:ext>
            </a:extLst>
          </p:cNvPr>
          <p:cNvSpPr txBox="1"/>
          <p:nvPr/>
        </p:nvSpPr>
        <p:spPr>
          <a:xfrm>
            <a:off x="28017842" y="6309698"/>
            <a:ext cx="7439892" cy="2123658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Piezoelectric Sensor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172140C-0D45-45FF-A51F-92A4E5E6BC3E}"/>
              </a:ext>
            </a:extLst>
          </p:cNvPr>
          <p:cNvCxnSpPr>
            <a:cxnSpLocks/>
          </p:cNvCxnSpPr>
          <p:nvPr/>
        </p:nvCxnSpPr>
        <p:spPr>
          <a:xfrm>
            <a:off x="9697285" y="7517556"/>
            <a:ext cx="648327" cy="1408288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84081C0-3D1A-4AE6-95BC-71060D65DA64}"/>
              </a:ext>
            </a:extLst>
          </p:cNvPr>
          <p:cNvCxnSpPr>
            <a:cxnSpLocks/>
          </p:cNvCxnSpPr>
          <p:nvPr/>
        </p:nvCxnSpPr>
        <p:spPr>
          <a:xfrm>
            <a:off x="13815512" y="2361746"/>
            <a:ext cx="3051951" cy="299568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DADBF11-7A73-493B-8DA2-CA6EBA963231}"/>
              </a:ext>
            </a:extLst>
          </p:cNvPr>
          <p:cNvCxnSpPr>
            <a:cxnSpLocks/>
          </p:cNvCxnSpPr>
          <p:nvPr/>
        </p:nvCxnSpPr>
        <p:spPr>
          <a:xfrm flipH="1">
            <a:off x="25692564" y="7960909"/>
            <a:ext cx="2365612" cy="206477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9905C7-BCD0-46CA-BF6C-903A6E82BFDA}"/>
              </a:ext>
            </a:extLst>
          </p:cNvPr>
          <p:cNvCxnSpPr>
            <a:cxnSpLocks/>
          </p:cNvCxnSpPr>
          <p:nvPr/>
        </p:nvCxnSpPr>
        <p:spPr>
          <a:xfrm>
            <a:off x="20816550" y="9987673"/>
            <a:ext cx="1247037" cy="660662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2589DB3-7489-4C99-8C24-B414AC610A60}"/>
              </a:ext>
            </a:extLst>
          </p:cNvPr>
          <p:cNvCxnSpPr>
            <a:cxnSpLocks/>
          </p:cNvCxnSpPr>
          <p:nvPr/>
        </p:nvCxnSpPr>
        <p:spPr>
          <a:xfrm flipH="1">
            <a:off x="14535657" y="15567124"/>
            <a:ext cx="1811051" cy="534364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04B90CE-18D3-44C8-AAA9-B0939DBE69EE}"/>
              </a:ext>
            </a:extLst>
          </p:cNvPr>
          <p:cNvCxnSpPr>
            <a:cxnSpLocks/>
          </p:cNvCxnSpPr>
          <p:nvPr/>
        </p:nvCxnSpPr>
        <p:spPr>
          <a:xfrm flipH="1">
            <a:off x="26538861" y="4003005"/>
            <a:ext cx="1240102" cy="1256307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9FF3498-53AB-4E32-A55D-4633821A0079}"/>
              </a:ext>
            </a:extLst>
          </p:cNvPr>
          <p:cNvSpPr/>
          <p:nvPr/>
        </p:nvSpPr>
        <p:spPr>
          <a:xfrm>
            <a:off x="23811514" y="3494870"/>
            <a:ext cx="2675351" cy="3876657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0431A1C-2463-4D8B-A8E8-5E811B48F538}"/>
              </a:ext>
            </a:extLst>
          </p:cNvPr>
          <p:cNvSpPr/>
          <p:nvPr/>
        </p:nvSpPr>
        <p:spPr>
          <a:xfrm>
            <a:off x="24355577" y="7634855"/>
            <a:ext cx="1296653" cy="963924"/>
          </a:xfrm>
          <a:prstGeom prst="rect">
            <a:avLst/>
          </a:prstGeom>
          <a:noFill/>
          <a:ln w="825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1C8A412-4C49-45DA-A157-0900E9C9FA8C}"/>
              </a:ext>
            </a:extLst>
          </p:cNvPr>
          <p:cNvSpPr/>
          <p:nvPr/>
        </p:nvSpPr>
        <p:spPr>
          <a:xfrm>
            <a:off x="10484648" y="8598779"/>
            <a:ext cx="5344270" cy="6126155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D9E0712-540A-4AAF-A05A-D7EAD3B339DD}"/>
              </a:ext>
            </a:extLst>
          </p:cNvPr>
          <p:cNvSpPr/>
          <p:nvPr/>
        </p:nvSpPr>
        <p:spPr>
          <a:xfrm>
            <a:off x="9059839" y="15567124"/>
            <a:ext cx="5344270" cy="2361747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637129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11BDC4-6D16-4780-BB38-D430D8612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8900" y="0"/>
            <a:ext cx="20342161" cy="180006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6EBB6C9-D43D-4208-AF21-6BCEEE02740C}"/>
              </a:ext>
            </a:extLst>
          </p:cNvPr>
          <p:cNvSpPr txBox="1"/>
          <p:nvPr/>
        </p:nvSpPr>
        <p:spPr>
          <a:xfrm>
            <a:off x="4344516" y="4232207"/>
            <a:ext cx="12002192" cy="2123658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振动台激励放大器与</a:t>
            </a:r>
            <a:endParaRPr lang="en-US" altLang="zh-CN" sz="6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数据采集控制系统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3B4C77-EE62-4C2F-8678-E144166C95B6}"/>
              </a:ext>
            </a:extLst>
          </p:cNvPr>
          <p:cNvSpPr txBox="1"/>
          <p:nvPr/>
        </p:nvSpPr>
        <p:spPr>
          <a:xfrm>
            <a:off x="17029682" y="8632091"/>
            <a:ext cx="3740595" cy="1107996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振动台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FF66A9-2AF5-4127-84CB-A2D26A4E0066}"/>
              </a:ext>
            </a:extLst>
          </p:cNvPr>
          <p:cNvSpPr txBox="1"/>
          <p:nvPr/>
        </p:nvSpPr>
        <p:spPr>
          <a:xfrm>
            <a:off x="11443607" y="1807748"/>
            <a:ext cx="2262554" cy="1107996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endParaRPr lang="zh-CN" altLang="en-US" sz="6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7C72E-8471-4DE7-916A-7F26CA72CBF6}"/>
              </a:ext>
            </a:extLst>
          </p:cNvPr>
          <p:cNvSpPr txBox="1"/>
          <p:nvPr/>
        </p:nvSpPr>
        <p:spPr>
          <a:xfrm>
            <a:off x="26875370" y="733975"/>
            <a:ext cx="10292120" cy="1107996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电化学地震检波器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5FD57B-8A21-479F-B9C3-B61BBADDB2A9}"/>
              </a:ext>
            </a:extLst>
          </p:cNvPr>
          <p:cNvSpPr txBox="1"/>
          <p:nvPr/>
        </p:nvSpPr>
        <p:spPr>
          <a:xfrm>
            <a:off x="16431110" y="12592964"/>
            <a:ext cx="5008958" cy="2123658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参考压电传感器驱动器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099912-D85A-4033-BF4B-9323FE23479F}"/>
              </a:ext>
            </a:extLst>
          </p:cNvPr>
          <p:cNvSpPr txBox="1"/>
          <p:nvPr/>
        </p:nvSpPr>
        <p:spPr>
          <a:xfrm>
            <a:off x="28017842" y="6309698"/>
            <a:ext cx="7439892" cy="1107996"/>
          </a:xfrm>
          <a:prstGeom prst="rect">
            <a:avLst/>
          </a:prstGeom>
          <a:solidFill>
            <a:schemeClr val="bg1"/>
          </a:solidFill>
          <a:ln w="793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参考压电传感器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172140C-0D45-45FF-A51F-92A4E5E6BC3E}"/>
              </a:ext>
            </a:extLst>
          </p:cNvPr>
          <p:cNvCxnSpPr>
            <a:cxnSpLocks/>
          </p:cNvCxnSpPr>
          <p:nvPr/>
        </p:nvCxnSpPr>
        <p:spPr>
          <a:xfrm>
            <a:off x="9697285" y="7517556"/>
            <a:ext cx="648327" cy="1408288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84081C0-3D1A-4AE6-95BC-71060D65DA64}"/>
              </a:ext>
            </a:extLst>
          </p:cNvPr>
          <p:cNvCxnSpPr>
            <a:cxnSpLocks/>
          </p:cNvCxnSpPr>
          <p:nvPr/>
        </p:nvCxnSpPr>
        <p:spPr>
          <a:xfrm>
            <a:off x="13815512" y="2361746"/>
            <a:ext cx="3051951" cy="299568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DADBF11-7A73-493B-8DA2-CA6EBA963231}"/>
              </a:ext>
            </a:extLst>
          </p:cNvPr>
          <p:cNvCxnSpPr>
            <a:cxnSpLocks/>
          </p:cNvCxnSpPr>
          <p:nvPr/>
        </p:nvCxnSpPr>
        <p:spPr>
          <a:xfrm flipH="1">
            <a:off x="25692564" y="7960909"/>
            <a:ext cx="2365612" cy="206477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9905C7-BCD0-46CA-BF6C-903A6E82BFDA}"/>
              </a:ext>
            </a:extLst>
          </p:cNvPr>
          <p:cNvCxnSpPr>
            <a:cxnSpLocks/>
          </p:cNvCxnSpPr>
          <p:nvPr/>
        </p:nvCxnSpPr>
        <p:spPr>
          <a:xfrm>
            <a:off x="20816550" y="9987673"/>
            <a:ext cx="1247037" cy="660662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2589DB3-7489-4C99-8C24-B414AC610A60}"/>
              </a:ext>
            </a:extLst>
          </p:cNvPr>
          <p:cNvCxnSpPr>
            <a:cxnSpLocks/>
          </p:cNvCxnSpPr>
          <p:nvPr/>
        </p:nvCxnSpPr>
        <p:spPr>
          <a:xfrm flipH="1">
            <a:off x="14535657" y="15567124"/>
            <a:ext cx="1811051" cy="534364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04B90CE-18D3-44C8-AAA9-B0939DBE69EE}"/>
              </a:ext>
            </a:extLst>
          </p:cNvPr>
          <p:cNvCxnSpPr>
            <a:cxnSpLocks/>
          </p:cNvCxnSpPr>
          <p:nvPr/>
        </p:nvCxnSpPr>
        <p:spPr>
          <a:xfrm flipH="1">
            <a:off x="26538861" y="4003005"/>
            <a:ext cx="1240102" cy="1256307"/>
          </a:xfrm>
          <a:prstGeom prst="straightConnector1">
            <a:avLst/>
          </a:prstGeom>
          <a:ln w="174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9FF3498-53AB-4E32-A55D-4633821A0079}"/>
              </a:ext>
            </a:extLst>
          </p:cNvPr>
          <p:cNvSpPr/>
          <p:nvPr/>
        </p:nvSpPr>
        <p:spPr>
          <a:xfrm>
            <a:off x="23811514" y="3494870"/>
            <a:ext cx="2675351" cy="3876657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0431A1C-2463-4D8B-A8E8-5E811B48F538}"/>
              </a:ext>
            </a:extLst>
          </p:cNvPr>
          <p:cNvSpPr/>
          <p:nvPr/>
        </p:nvSpPr>
        <p:spPr>
          <a:xfrm>
            <a:off x="24355577" y="7634855"/>
            <a:ext cx="1296653" cy="963924"/>
          </a:xfrm>
          <a:prstGeom prst="rect">
            <a:avLst/>
          </a:prstGeom>
          <a:noFill/>
          <a:ln w="825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1C8A412-4C49-45DA-A157-0900E9C9FA8C}"/>
              </a:ext>
            </a:extLst>
          </p:cNvPr>
          <p:cNvSpPr/>
          <p:nvPr/>
        </p:nvSpPr>
        <p:spPr>
          <a:xfrm>
            <a:off x="10484648" y="8598779"/>
            <a:ext cx="5344270" cy="6126155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D9E0712-540A-4AAF-A05A-D7EAD3B339DD}"/>
              </a:ext>
            </a:extLst>
          </p:cNvPr>
          <p:cNvSpPr/>
          <p:nvPr/>
        </p:nvSpPr>
        <p:spPr>
          <a:xfrm>
            <a:off x="9059839" y="15567124"/>
            <a:ext cx="5344270" cy="2361747"/>
          </a:xfrm>
          <a:prstGeom prst="rect">
            <a:avLst/>
          </a:prstGeom>
          <a:noFill/>
          <a:ln w="1206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579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4837</TotalTime>
  <Words>1815</Words>
  <Application>Microsoft Office PowerPoint</Application>
  <PresentationFormat>自定义</PresentationFormat>
  <Paragraphs>545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Söhne</vt:lpstr>
      <vt:lpstr>等线</vt:lpstr>
      <vt:lpstr>黑体</vt:lpstr>
      <vt:lpstr>华文楷体</vt:lpstr>
      <vt:lpstr>华文中宋</vt:lpstr>
      <vt:lpstr>宋体</vt:lpstr>
      <vt:lpstr>Arial</vt:lpstr>
      <vt:lpstr>Calibri</vt:lpstr>
      <vt:lpstr>Calibri Light</vt:lpstr>
      <vt:lpstr>Cambria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昂 李</dc:creator>
  <cp:lastModifiedBy>昂 李</cp:lastModifiedBy>
  <cp:revision>260</cp:revision>
  <dcterms:created xsi:type="dcterms:W3CDTF">2024-10-30T08:05:45Z</dcterms:created>
  <dcterms:modified xsi:type="dcterms:W3CDTF">2026-06-05T07:38:17Z</dcterms:modified>
</cp:coreProperties>
</file>